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2"/>
  </p:notesMasterIdLst>
  <p:handoutMasterIdLst>
    <p:handoutMasterId r:id="rId13"/>
  </p:handoutMasterIdLst>
  <p:sldIdLst>
    <p:sldId id="301" r:id="rId7"/>
    <p:sldId id="389" r:id="rId8"/>
    <p:sldId id="390" r:id="rId9"/>
    <p:sldId id="391" r:id="rId10"/>
    <p:sldId id="392" r:id="rId11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75" d="100"/>
          <a:sy n="75" d="100"/>
        </p:scale>
        <p:origin x="3048" y="780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smtClean="0"/>
              <a:t>데이터 </a:t>
            </a:r>
            <a:r>
              <a:rPr lang="ko-KR" altLang="en-US" smtClean="0"/>
              <a:t>탐색</a:t>
            </a:r>
            <a:r>
              <a:rPr lang="en-US" altLang="ko-KR"/>
              <a:t>2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분포 비교 </a:t>
            </a:r>
            <a:r>
              <a:rPr lang="en-US" altLang="ko-KR" smtClean="0"/>
              <a:t>(train vs test vs valid)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요일 분포 비교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87" y="1806696"/>
            <a:ext cx="2904038" cy="224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811" y="1815534"/>
            <a:ext cx="2444325" cy="2240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176" y="1806696"/>
            <a:ext cx="2444325" cy="2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2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분포 비교 </a:t>
            </a:r>
            <a:r>
              <a:rPr lang="en-US" altLang="ko-KR" smtClean="0"/>
              <a:t>(train vs test vs valid)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요일 분포 비교 </a:t>
            </a:r>
            <a:endParaRPr lang="ko-KR" altLang="en-US" b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6" y="1895879"/>
            <a:ext cx="2904038" cy="19936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856" y="1895879"/>
            <a:ext cx="2444325" cy="19936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168" y="1700808"/>
            <a:ext cx="2444325" cy="174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3809" y="142177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train</a:t>
            </a: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656856" y="142177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test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61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분포 비교 </a:t>
            </a:r>
            <a:r>
              <a:rPr lang="en-US" altLang="ko-KR" smtClean="0"/>
              <a:t>(train vs test vs valid)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smtClean="0"/>
              <a:t>ID </a:t>
            </a:r>
            <a:r>
              <a:rPr lang="ko-KR" altLang="en-US" b="0" smtClean="0"/>
              <a:t>분포 비교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196752"/>
            <a:ext cx="6279000" cy="2732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81" y="1196752"/>
            <a:ext cx="3049800" cy="29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분포 비교 </a:t>
            </a:r>
            <a:r>
              <a:rPr lang="en-US" altLang="ko-KR" smtClean="0"/>
              <a:t>(train vs test vs valid)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err="1" smtClean="0"/>
              <a:t>타겟별</a:t>
            </a:r>
            <a:r>
              <a:rPr lang="ko-KR" altLang="en-US" b="0" dirty="0" smtClean="0"/>
              <a:t> 평균값 비교 </a:t>
            </a:r>
            <a:endParaRPr lang="ko-KR" altLang="en-US" b="0" dirty="0"/>
          </a:p>
        </p:txBody>
      </p:sp>
      <p:pic>
        <p:nvPicPr>
          <p:cNvPr id="7" name="Picture 2" descr="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68" y="1380837"/>
            <a:ext cx="6274925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12" y="4125200"/>
            <a:ext cx="5673525" cy="2732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8168" y="101673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train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88168" y="367923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valid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183529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23550</TotalTime>
  <Words>56</Words>
  <Application>Microsoft Office PowerPoint</Application>
  <PresentationFormat>A4 용지(210x297mm)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5</vt:i4>
      </vt:variant>
    </vt:vector>
  </HeadingPairs>
  <TitlesOfParts>
    <vt:vector size="21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탐색2</vt:lpstr>
      <vt:lpstr>분포 비교 (train vs test vs valid)</vt:lpstr>
      <vt:lpstr>분포 비교 (train vs test vs valid)</vt:lpstr>
      <vt:lpstr>분포 비교 (train vs test vs valid)</vt:lpstr>
      <vt:lpstr>분포 비교 (train vs test vs valid)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1161</cp:revision>
  <dcterms:created xsi:type="dcterms:W3CDTF">2007-08-16T05:20:03Z</dcterms:created>
  <dcterms:modified xsi:type="dcterms:W3CDTF">2025-05-11T15:02:18Z</dcterms:modified>
</cp:coreProperties>
</file>