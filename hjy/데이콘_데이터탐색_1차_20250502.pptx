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slideLayouts/slideLayout4.xml" ContentType="application/vnd.openxmlformats-officedocument.presentationml.slideLayout+xml"/>
  <Override PartName="/ppt/theme/theme3.xml" ContentType="application/vnd.openxmlformats-officedocument.theme+xml"/>
  <Override PartName="/ppt/slideLayouts/slideLayout5.xml" ContentType="application/vnd.openxmlformats-officedocument.presentationml.slideLayout+xml"/>
  <Override PartName="/ppt/theme/theme4.xml" ContentType="application/vnd.openxmlformats-officedocument.theme+xml"/>
  <Override PartName="/ppt/slideLayouts/slideLayout6.xml" ContentType="application/vnd.openxmlformats-officedocument.presentationml.slideLayout+xml"/>
  <Override PartName="/ppt/theme/theme5.xml" ContentType="application/vnd.openxmlformats-officedocument.theme+xml"/>
  <Override PartName="/ppt/slideLayouts/slideLayout7.xml" ContentType="application/vnd.openxmlformats-officedocument.presentationml.slideLayout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66" r:id="rId1"/>
    <p:sldMasterId id="2147483764" r:id="rId2"/>
    <p:sldMasterId id="2147483650" r:id="rId3"/>
    <p:sldMasterId id="2147483654" r:id="rId4"/>
    <p:sldMasterId id="2147483776" r:id="rId5"/>
    <p:sldMasterId id="2147483778" r:id="rId6"/>
  </p:sldMasterIdLst>
  <p:notesMasterIdLst>
    <p:notesMasterId r:id="rId23"/>
  </p:notesMasterIdLst>
  <p:handoutMasterIdLst>
    <p:handoutMasterId r:id="rId24"/>
  </p:handoutMasterIdLst>
  <p:sldIdLst>
    <p:sldId id="301" r:id="rId7"/>
    <p:sldId id="379" r:id="rId8"/>
    <p:sldId id="389" r:id="rId9"/>
    <p:sldId id="391" r:id="rId10"/>
    <p:sldId id="390" r:id="rId11"/>
    <p:sldId id="337" r:id="rId12"/>
    <p:sldId id="392" r:id="rId13"/>
    <p:sldId id="386" r:id="rId14"/>
    <p:sldId id="387" r:id="rId15"/>
    <p:sldId id="388" r:id="rId16"/>
    <p:sldId id="393" r:id="rId17"/>
    <p:sldId id="394" r:id="rId18"/>
    <p:sldId id="395" r:id="rId19"/>
    <p:sldId id="396" r:id="rId20"/>
    <p:sldId id="397" r:id="rId21"/>
    <p:sldId id="398" r:id="rId22"/>
  </p:sldIdLst>
  <p:sldSz cx="9906000" cy="6858000" type="A4"/>
  <p:notesSz cx="9866313" cy="6735763"/>
  <p:defaultTextStyle>
    <a:defPPr>
      <a:defRPr lang="ko-KR"/>
    </a:defPPr>
    <a:lvl1pPr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charset="-127"/>
        <a:ea typeface="굴림" charset="-127"/>
        <a:cs typeface="+mn-cs"/>
      </a:defRPr>
    </a:lvl1pPr>
    <a:lvl2pPr marL="4572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charset="-127"/>
        <a:ea typeface="굴림" charset="-127"/>
        <a:cs typeface="+mn-cs"/>
      </a:defRPr>
    </a:lvl2pPr>
    <a:lvl3pPr marL="9144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charset="-127"/>
        <a:ea typeface="굴림" charset="-127"/>
        <a:cs typeface="+mn-cs"/>
      </a:defRPr>
    </a:lvl3pPr>
    <a:lvl4pPr marL="13716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charset="-127"/>
        <a:ea typeface="굴림" charset="-127"/>
        <a:cs typeface="+mn-cs"/>
      </a:defRPr>
    </a:lvl4pPr>
    <a:lvl5pPr marL="18288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charset="-127"/>
        <a:ea typeface="굴림" charset="-127"/>
        <a:cs typeface="+mn-cs"/>
      </a:defRPr>
    </a:lvl5pPr>
    <a:lvl6pPr marL="2286000" algn="l" defTabSz="914400" rtl="0" eaLnBrk="1" latinLnBrk="1" hangingPunct="1">
      <a:defRPr kumimoji="1" kern="1200">
        <a:solidFill>
          <a:schemeClr val="tx1"/>
        </a:solidFill>
        <a:latin typeface="굴림" charset="-127"/>
        <a:ea typeface="굴림" charset="-127"/>
        <a:cs typeface="+mn-cs"/>
      </a:defRPr>
    </a:lvl6pPr>
    <a:lvl7pPr marL="2743200" algn="l" defTabSz="914400" rtl="0" eaLnBrk="1" latinLnBrk="1" hangingPunct="1">
      <a:defRPr kumimoji="1" kern="1200">
        <a:solidFill>
          <a:schemeClr val="tx1"/>
        </a:solidFill>
        <a:latin typeface="굴림" charset="-127"/>
        <a:ea typeface="굴림" charset="-127"/>
        <a:cs typeface="+mn-cs"/>
      </a:defRPr>
    </a:lvl7pPr>
    <a:lvl8pPr marL="3200400" algn="l" defTabSz="914400" rtl="0" eaLnBrk="1" latinLnBrk="1" hangingPunct="1">
      <a:defRPr kumimoji="1" kern="1200">
        <a:solidFill>
          <a:schemeClr val="tx1"/>
        </a:solidFill>
        <a:latin typeface="굴림" charset="-127"/>
        <a:ea typeface="굴림" charset="-127"/>
        <a:cs typeface="+mn-cs"/>
      </a:defRPr>
    </a:lvl8pPr>
    <a:lvl9pPr marL="3657600" algn="l" defTabSz="914400" rtl="0" eaLnBrk="1" latinLnBrk="1" hangingPunct="1">
      <a:defRPr kumimoji="1" kern="1200">
        <a:solidFill>
          <a:schemeClr val="tx1"/>
        </a:solidFill>
        <a:latin typeface="굴림" charset="-127"/>
        <a:ea typeface="굴림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15">
          <p15:clr>
            <a:srgbClr val="A4A3A4"/>
          </p15:clr>
        </p15:guide>
        <p15:guide id="2" orient="horz" pos="73">
          <p15:clr>
            <a:srgbClr val="A4A3A4"/>
          </p15:clr>
        </p15:guide>
        <p15:guide id="3" orient="horz" pos="3974">
          <p15:clr>
            <a:srgbClr val="A4A3A4"/>
          </p15:clr>
        </p15:guide>
        <p15:guide id="4" orient="horz" pos="1026">
          <p15:clr>
            <a:srgbClr val="A4A3A4"/>
          </p15:clr>
        </p15:guide>
        <p15:guide id="5" orient="horz" pos="346">
          <p15:clr>
            <a:srgbClr val="A4A3A4"/>
          </p15:clr>
        </p15:guide>
        <p15:guide id="6" orient="horz" pos="1162">
          <p15:clr>
            <a:srgbClr val="A4A3A4"/>
          </p15:clr>
        </p15:guide>
        <p15:guide id="7" pos="3120">
          <p15:clr>
            <a:srgbClr val="A4A3A4"/>
          </p15:clr>
        </p15:guide>
        <p15:guide id="8" pos="172">
          <p15:clr>
            <a:srgbClr val="A4A3A4"/>
          </p15:clr>
        </p15:guide>
        <p15:guide id="9" pos="6068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122">
          <p15:clr>
            <a:srgbClr val="A4A3A4"/>
          </p15:clr>
        </p15:guide>
        <p15:guide id="2" pos="3108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DACE6"/>
    <a:srgbClr val="FF7C80"/>
    <a:srgbClr val="FF0066"/>
    <a:srgbClr val="FF5050"/>
    <a:srgbClr val="FFCCCC"/>
    <a:srgbClr val="FFFFFF"/>
    <a:srgbClr val="FF9999"/>
    <a:srgbClr val="FF6600"/>
    <a:srgbClr val="FF9900"/>
    <a:srgbClr val="FF99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918" autoAdjust="0"/>
    <p:restoredTop sz="99157" autoAdjust="0"/>
  </p:normalViewPr>
  <p:slideViewPr>
    <p:cSldViewPr showGuides="1">
      <p:cViewPr>
        <p:scale>
          <a:sx n="100" d="100"/>
          <a:sy n="100" d="100"/>
        </p:scale>
        <p:origin x="1446" y="240"/>
      </p:cViewPr>
      <p:guideLst>
        <p:guide orient="horz" pos="2115"/>
        <p:guide orient="horz" pos="73"/>
        <p:guide orient="horz" pos="3974"/>
        <p:guide orient="horz" pos="1026"/>
        <p:guide orient="horz" pos="346"/>
        <p:guide orient="horz" pos="1162"/>
        <p:guide pos="3120"/>
        <p:guide pos="172"/>
        <p:guide pos="6068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howGuides="1">
      <p:cViewPr varScale="1">
        <p:scale>
          <a:sx n="95" d="100"/>
          <a:sy n="95" d="100"/>
        </p:scale>
        <p:origin x="-1584" y="-96"/>
      </p:cViewPr>
      <p:guideLst>
        <p:guide orient="horz" pos="2122"/>
        <p:guide pos="3108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2.xml"/><Relationship Id="rId13" Type="http://schemas.openxmlformats.org/officeDocument/2006/relationships/slide" Target="slides/slide7.xml"/><Relationship Id="rId18" Type="http://schemas.openxmlformats.org/officeDocument/2006/relationships/slide" Target="slides/slide12.xml"/><Relationship Id="rId26" Type="http://schemas.openxmlformats.org/officeDocument/2006/relationships/viewProps" Target="viewProps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5.xml"/><Relationship Id="rId7" Type="http://schemas.openxmlformats.org/officeDocument/2006/relationships/slide" Target="slides/slide1.xml"/><Relationship Id="rId12" Type="http://schemas.openxmlformats.org/officeDocument/2006/relationships/slide" Target="slides/slide6.xml"/><Relationship Id="rId17" Type="http://schemas.openxmlformats.org/officeDocument/2006/relationships/slide" Target="slides/slide11.xml"/><Relationship Id="rId25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0.xml"/><Relationship Id="rId20" Type="http://schemas.openxmlformats.org/officeDocument/2006/relationships/slide" Target="slides/slide14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" Target="slides/slide5.xml"/><Relationship Id="rId24" Type="http://schemas.openxmlformats.org/officeDocument/2006/relationships/handoutMaster" Target="handoutMasters/handoutMaster1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9.xml"/><Relationship Id="rId23" Type="http://schemas.openxmlformats.org/officeDocument/2006/relationships/notesMaster" Target="notesMasters/notesMaster1.xml"/><Relationship Id="rId28" Type="http://schemas.openxmlformats.org/officeDocument/2006/relationships/tableStyles" Target="tableStyles.xml"/><Relationship Id="rId10" Type="http://schemas.openxmlformats.org/officeDocument/2006/relationships/slide" Target="slides/slide4.xml"/><Relationship Id="rId19" Type="http://schemas.openxmlformats.org/officeDocument/2006/relationships/slide" Target="slides/slide13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3.xml"/><Relationship Id="rId14" Type="http://schemas.openxmlformats.org/officeDocument/2006/relationships/slide" Target="slides/slide8.xml"/><Relationship Id="rId22" Type="http://schemas.openxmlformats.org/officeDocument/2006/relationships/slide" Target="slides/slide16.xml"/><Relationship Id="rId27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8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4275981" cy="3366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0763" tIns="45382" rIns="90763" bIns="45382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26627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5588754" y="0"/>
            <a:ext cx="4275981" cy="3366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0763" tIns="45382" rIns="90763" bIns="45382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26628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6397560"/>
            <a:ext cx="4275981" cy="3366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0763" tIns="45382" rIns="90763" bIns="45382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26629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5588754" y="6397560"/>
            <a:ext cx="4275981" cy="3366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0763" tIns="45382" rIns="90763" bIns="45382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fld id="{B2027DDD-4B85-49AE-9189-BA37F2EFF315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08512109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77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4275981" cy="3366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0763" tIns="45382" rIns="90763" bIns="45382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16077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5588754" y="0"/>
            <a:ext cx="4275981" cy="3366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0763" tIns="45382" rIns="90763" bIns="45382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1946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108325" y="504825"/>
            <a:ext cx="3648075" cy="2525713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077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86159" y="3199567"/>
            <a:ext cx="7893996" cy="30312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0763" tIns="45382" rIns="90763" bIns="45382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noProof="0" smtClean="0"/>
              <a:t>마스터 텍스트 스타일을 편집합니다</a:t>
            </a:r>
          </a:p>
          <a:p>
            <a:pPr lvl="1"/>
            <a:r>
              <a:rPr lang="ko-KR" altLang="en-US" noProof="0" smtClean="0"/>
              <a:t>둘째 수준</a:t>
            </a:r>
          </a:p>
          <a:p>
            <a:pPr lvl="2"/>
            <a:r>
              <a:rPr lang="ko-KR" altLang="en-US" noProof="0" smtClean="0"/>
              <a:t>셋째 수준</a:t>
            </a:r>
          </a:p>
          <a:p>
            <a:pPr lvl="3"/>
            <a:r>
              <a:rPr lang="ko-KR" altLang="en-US" noProof="0" smtClean="0"/>
              <a:t>넷째 수준</a:t>
            </a:r>
          </a:p>
          <a:p>
            <a:pPr lvl="4"/>
            <a:r>
              <a:rPr lang="ko-KR" altLang="en-US" noProof="0" smtClean="0"/>
              <a:t>다섯째 수준</a:t>
            </a:r>
          </a:p>
        </p:txBody>
      </p:sp>
      <p:sp>
        <p:nvSpPr>
          <p:cNvPr id="16077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6397560"/>
            <a:ext cx="4275981" cy="3366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0763" tIns="45382" rIns="90763" bIns="45382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16077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5588754" y="6397560"/>
            <a:ext cx="4275981" cy="3366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0763" tIns="45382" rIns="90763" bIns="45382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fld id="{0C089FE8-A1A6-49F2-B317-3775AAE8295A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929419030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1_표지(타이틀수정가능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1"/>
          <p:cNvSpPr>
            <a:spLocks noGrp="1"/>
          </p:cNvSpPr>
          <p:nvPr>
            <p:ph type="title"/>
          </p:nvPr>
        </p:nvSpPr>
        <p:spPr>
          <a:xfrm>
            <a:off x="3656856" y="2903173"/>
            <a:ext cx="4839060" cy="1143000"/>
          </a:xfrm>
          <a:prstGeom prst="rect">
            <a:avLst/>
          </a:prstGeom>
        </p:spPr>
        <p:txBody>
          <a:bodyPr anchor="b"/>
          <a:lstStyle>
            <a:lvl1pPr algn="r">
              <a:defRPr sz="28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1pPr>
          </a:lstStyle>
          <a:p>
            <a:r>
              <a:rPr lang="ko-KR" altLang="en-US" dirty="0" smtClean="0"/>
              <a:t>마스터 제목 스타일 편집</a:t>
            </a:r>
            <a:endParaRPr lang="ko-KR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 hasCustomPrompt="1"/>
          </p:nvPr>
        </p:nvSpPr>
        <p:spPr>
          <a:xfrm>
            <a:off x="4016896" y="2165945"/>
            <a:ext cx="3887788" cy="2768551"/>
          </a:xfrm>
        </p:spPr>
        <p:txBody>
          <a:bodyPr/>
          <a:lstStyle>
            <a:lvl1pPr>
              <a:defRPr>
                <a:latin typeface="맑은 고딕" pitchFamily="50" charset="-127"/>
                <a:ea typeface="맑은 고딕" pitchFamily="50" charset="-127"/>
              </a:defRPr>
            </a:lvl1pPr>
            <a:lvl2pPr>
              <a:buClr>
                <a:schemeClr val="accent4">
                  <a:lumMod val="50000"/>
                </a:schemeClr>
              </a:buClr>
              <a:defRPr>
                <a:latin typeface="맑은 고딕" pitchFamily="50" charset="-127"/>
                <a:ea typeface="맑은 고딕" pitchFamily="50" charset="-127"/>
              </a:defRPr>
            </a:lvl2pPr>
            <a:lvl3pPr>
              <a:buClr>
                <a:schemeClr val="accent1"/>
              </a:buClr>
              <a:defRPr>
                <a:ea typeface="맑은 고딕" pitchFamily="50" charset="-127"/>
              </a:defRPr>
            </a:lvl3pPr>
          </a:lstStyle>
          <a:p>
            <a:pPr lvl="0"/>
            <a:r>
              <a:rPr lang="ko-KR" altLang="en-US" dirty="0" err="1" smtClean="0"/>
              <a:t>맑은고딕</a:t>
            </a:r>
            <a:r>
              <a:rPr lang="en-US" altLang="ko-KR" dirty="0" smtClean="0"/>
              <a:t>, 14pt</a:t>
            </a:r>
          </a:p>
          <a:p>
            <a:pPr lvl="0"/>
            <a:r>
              <a:rPr lang="en-US" altLang="ko-KR" dirty="0" smtClean="0"/>
              <a:t>Line Height : 1.3</a:t>
            </a:r>
          </a:p>
          <a:p>
            <a:pPr lvl="0"/>
            <a:r>
              <a:rPr lang="en-US" altLang="ko-KR" dirty="0" smtClean="0"/>
              <a:t>.</a:t>
            </a:r>
          </a:p>
          <a:p>
            <a:pPr lvl="1"/>
            <a:r>
              <a:rPr lang="ko-KR" altLang="en-US" dirty="0" err="1" smtClean="0"/>
              <a:t>맑은고딕</a:t>
            </a:r>
            <a:r>
              <a:rPr lang="ko-KR" altLang="en-US" dirty="0" smtClean="0"/>
              <a:t> </a:t>
            </a:r>
            <a:r>
              <a:rPr lang="en-US" altLang="ko-KR" dirty="0" smtClean="0"/>
              <a:t>: 12pt</a:t>
            </a:r>
            <a:endParaRPr lang="ko-KR" altLang="en-US" dirty="0" smtClean="0"/>
          </a:p>
        </p:txBody>
      </p:sp>
      <p:sp>
        <p:nvSpPr>
          <p:cNvPr id="7" name="제목 1"/>
          <p:cNvSpPr>
            <a:spLocks noGrp="1"/>
          </p:cNvSpPr>
          <p:nvPr>
            <p:ph type="title"/>
          </p:nvPr>
        </p:nvSpPr>
        <p:spPr>
          <a:xfrm>
            <a:off x="3800873" y="1628800"/>
            <a:ext cx="4032448" cy="274638"/>
          </a:xfrm>
        </p:spPr>
        <p:txBody>
          <a:bodyPr/>
          <a:lstStyle>
            <a:lvl1pPr>
              <a:defRPr>
                <a:latin typeface="맑은 고딕" pitchFamily="50" charset="-127"/>
                <a:ea typeface="맑은 고딕" pitchFamily="50" charset="-127"/>
              </a:defRPr>
            </a:lvl1pPr>
          </a:lstStyle>
          <a:p>
            <a:r>
              <a:rPr lang="ko-KR" altLang="en-US" dirty="0" smtClean="0"/>
              <a:t>마스터 제목 스타일 편집</a:t>
            </a:r>
            <a:endParaRPr lang="ko-KR" altLang="en-US" dirty="0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7400925" y="6588125"/>
            <a:ext cx="2311400" cy="261938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3E73830-56AB-4A36-A323-9D659CF38054}" type="slidenum">
              <a:rPr lang="en-US" altLang="ko-KR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ko-KR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483556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 hasCustomPrompt="1"/>
          </p:nvPr>
        </p:nvSpPr>
        <p:spPr>
          <a:xfrm>
            <a:off x="4016896" y="2165945"/>
            <a:ext cx="3887788" cy="2768551"/>
          </a:xfrm>
        </p:spPr>
        <p:txBody>
          <a:bodyPr/>
          <a:lstStyle>
            <a:lvl1pPr>
              <a:defRPr>
                <a:latin typeface="맑은 고딕" pitchFamily="50" charset="-127"/>
                <a:ea typeface="맑은 고딕" pitchFamily="50" charset="-127"/>
              </a:defRPr>
            </a:lvl1pPr>
            <a:lvl2pPr>
              <a:buClr>
                <a:schemeClr val="accent4">
                  <a:lumMod val="50000"/>
                </a:schemeClr>
              </a:buClr>
              <a:defRPr>
                <a:latin typeface="맑은 고딕" pitchFamily="50" charset="-127"/>
                <a:ea typeface="맑은 고딕" pitchFamily="50" charset="-127"/>
              </a:defRPr>
            </a:lvl2pPr>
            <a:lvl3pPr>
              <a:buClr>
                <a:schemeClr val="accent1"/>
              </a:buClr>
              <a:defRPr>
                <a:ea typeface="맑은 고딕" pitchFamily="50" charset="-127"/>
              </a:defRPr>
            </a:lvl3pPr>
          </a:lstStyle>
          <a:p>
            <a:pPr lvl="0"/>
            <a:r>
              <a:rPr lang="ko-KR" altLang="en-US" dirty="0" err="1" smtClean="0"/>
              <a:t>맑은고딕</a:t>
            </a:r>
            <a:r>
              <a:rPr lang="en-US" altLang="ko-KR" dirty="0" smtClean="0"/>
              <a:t>, 14pt</a:t>
            </a:r>
          </a:p>
          <a:p>
            <a:pPr lvl="0"/>
            <a:r>
              <a:rPr lang="en-US" altLang="ko-KR" dirty="0" smtClean="0"/>
              <a:t>Line Height : 1.3</a:t>
            </a:r>
          </a:p>
          <a:p>
            <a:pPr lvl="0"/>
            <a:r>
              <a:rPr lang="en-US" altLang="ko-KR" dirty="0" smtClean="0"/>
              <a:t>.</a:t>
            </a:r>
          </a:p>
          <a:p>
            <a:pPr lvl="1"/>
            <a:r>
              <a:rPr lang="ko-KR" altLang="en-US" dirty="0" err="1" smtClean="0"/>
              <a:t>맑은고딕</a:t>
            </a:r>
            <a:r>
              <a:rPr lang="ko-KR" altLang="en-US" dirty="0" smtClean="0"/>
              <a:t> </a:t>
            </a:r>
            <a:r>
              <a:rPr lang="en-US" altLang="ko-KR" dirty="0" smtClean="0"/>
              <a:t>: 12pt</a:t>
            </a:r>
            <a:endParaRPr lang="ko-KR" altLang="en-US" dirty="0" smtClean="0"/>
          </a:p>
        </p:txBody>
      </p:sp>
      <p:sp>
        <p:nvSpPr>
          <p:cNvPr id="7" name="제목 1"/>
          <p:cNvSpPr>
            <a:spLocks noGrp="1"/>
          </p:cNvSpPr>
          <p:nvPr>
            <p:ph type="title"/>
          </p:nvPr>
        </p:nvSpPr>
        <p:spPr>
          <a:xfrm>
            <a:off x="3800873" y="1628800"/>
            <a:ext cx="4032448" cy="274638"/>
          </a:xfrm>
        </p:spPr>
        <p:txBody>
          <a:bodyPr/>
          <a:lstStyle>
            <a:lvl1pPr>
              <a:defRPr>
                <a:latin typeface="맑은 고딕" pitchFamily="50" charset="-127"/>
                <a:ea typeface="맑은 고딕" pitchFamily="50" charset="-127"/>
              </a:defRPr>
            </a:lvl1pPr>
          </a:lstStyle>
          <a:p>
            <a:r>
              <a:rPr lang="ko-KR" altLang="en-US" dirty="0" smtClean="0"/>
              <a:t>마스터 제목 스타일 편집</a:t>
            </a:r>
            <a:endParaRPr lang="ko-KR" altLang="en-US" dirty="0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7400925" y="6588125"/>
            <a:ext cx="2311400" cy="261938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3E73830-56AB-4A36-A323-9D659CF38054}" type="slidenum">
              <a:rPr lang="en-US" altLang="ko-KR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ko-KR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4_1_컨텐츠(번호정렬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마스터 제목 스타일 편집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72480" y="764704"/>
            <a:ext cx="9360470" cy="792162"/>
          </a:xfrm>
        </p:spPr>
        <p:txBody>
          <a:bodyPr/>
          <a:lstStyle>
            <a:lvl1pPr>
              <a:defRPr sz="1400">
                <a:latin typeface="맑은 고딕" pitchFamily="50" charset="-127"/>
                <a:ea typeface="맑은 고딕" pitchFamily="50" charset="-127"/>
              </a:defRPr>
            </a:lvl1pPr>
            <a:lvl2pPr>
              <a:defRPr sz="1400">
                <a:latin typeface="맑은 고딕" pitchFamily="50" charset="-127"/>
                <a:ea typeface="맑은 고딕" pitchFamily="50" charset="-127"/>
              </a:defRPr>
            </a:lvl2pPr>
            <a:lvl3pPr>
              <a:defRPr sz="1200">
                <a:latin typeface="맑은 고딕" pitchFamily="50" charset="-127"/>
                <a:ea typeface="맑은 고딕" pitchFamily="50" charset="-127"/>
              </a:defRPr>
            </a:lvl3pPr>
            <a:lvl4pPr>
              <a:defRPr sz="1050">
                <a:latin typeface="맑은 고딕" pitchFamily="50" charset="-127"/>
                <a:ea typeface="맑은 고딕" pitchFamily="50" charset="-127"/>
              </a:defRPr>
            </a:lvl4pPr>
            <a:lvl5pPr>
              <a:defRPr sz="1600">
                <a:latin typeface="맑은 고딕" pitchFamily="50" charset="-127"/>
                <a:ea typeface="맑은 고딕" pitchFamily="50" charset="-127"/>
              </a:defRPr>
            </a:lvl5pPr>
          </a:lstStyle>
          <a:p>
            <a:pPr lvl="0"/>
            <a:r>
              <a:rPr lang="ko-KR" altLang="en-US" dirty="0" smtClean="0"/>
              <a:t>마스터 텍스트 스타일을 편집합니다</a:t>
            </a:r>
          </a:p>
        </p:txBody>
      </p:sp>
      <p:sp>
        <p:nvSpPr>
          <p:cNvPr id="4" name="Rectangle 10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7400925" y="6588125"/>
            <a:ext cx="2311400" cy="261938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196D8CE-DAFF-415D-8D34-D87C211B3B69}" type="slidenum">
              <a:rPr lang="en-US" altLang="ko-KR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4_1_컨텐츠(번호정렬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마스터 제목 스타일 편집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72480" y="764704"/>
            <a:ext cx="9360470" cy="792162"/>
          </a:xfrm>
        </p:spPr>
        <p:txBody>
          <a:bodyPr/>
          <a:lstStyle>
            <a:lvl1pPr>
              <a:defRPr sz="1400">
                <a:latin typeface="맑은 고딕" pitchFamily="50" charset="-127"/>
                <a:ea typeface="맑은 고딕" pitchFamily="50" charset="-127"/>
              </a:defRPr>
            </a:lvl1pPr>
            <a:lvl2pPr>
              <a:defRPr sz="1400">
                <a:latin typeface="맑은 고딕" pitchFamily="50" charset="-127"/>
                <a:ea typeface="맑은 고딕" pitchFamily="50" charset="-127"/>
              </a:defRPr>
            </a:lvl2pPr>
            <a:lvl3pPr>
              <a:defRPr sz="1200">
                <a:latin typeface="맑은 고딕" pitchFamily="50" charset="-127"/>
                <a:ea typeface="맑은 고딕" pitchFamily="50" charset="-127"/>
              </a:defRPr>
            </a:lvl3pPr>
            <a:lvl4pPr>
              <a:defRPr sz="1050">
                <a:latin typeface="맑은 고딕" pitchFamily="50" charset="-127"/>
                <a:ea typeface="맑은 고딕" pitchFamily="50" charset="-127"/>
              </a:defRPr>
            </a:lvl4pPr>
            <a:lvl5pPr>
              <a:defRPr sz="1600">
                <a:latin typeface="맑은 고딕" pitchFamily="50" charset="-127"/>
                <a:ea typeface="맑은 고딕" pitchFamily="50" charset="-127"/>
              </a:defRPr>
            </a:lvl5pPr>
          </a:lstStyle>
          <a:p>
            <a:pPr lvl="0"/>
            <a:r>
              <a:rPr lang="ko-KR" altLang="en-US" dirty="0" smtClean="0"/>
              <a:t>마스터 텍스트 스타일을 편집합니다</a:t>
            </a:r>
          </a:p>
        </p:txBody>
      </p:sp>
      <p:sp>
        <p:nvSpPr>
          <p:cNvPr id="4" name="Rectangle 10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7400925" y="6588125"/>
            <a:ext cx="2311400" cy="261938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196D8CE-DAFF-415D-8D34-D87C211B3B69}" type="slidenum">
              <a:rPr lang="en-US" altLang="ko-KR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ko-KR" dirty="0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4_1_컨텐츠(번호정렬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마스터 제목 스타일 편집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72480" y="764704"/>
            <a:ext cx="9360470" cy="792162"/>
          </a:xfrm>
        </p:spPr>
        <p:txBody>
          <a:bodyPr/>
          <a:lstStyle>
            <a:lvl1pPr>
              <a:defRPr sz="1400">
                <a:latin typeface="맑은 고딕" pitchFamily="50" charset="-127"/>
                <a:ea typeface="맑은 고딕" pitchFamily="50" charset="-127"/>
              </a:defRPr>
            </a:lvl1pPr>
            <a:lvl2pPr>
              <a:defRPr sz="1400">
                <a:latin typeface="맑은 고딕" pitchFamily="50" charset="-127"/>
                <a:ea typeface="맑은 고딕" pitchFamily="50" charset="-127"/>
              </a:defRPr>
            </a:lvl2pPr>
            <a:lvl3pPr>
              <a:defRPr sz="1200">
                <a:latin typeface="맑은 고딕" pitchFamily="50" charset="-127"/>
                <a:ea typeface="맑은 고딕" pitchFamily="50" charset="-127"/>
              </a:defRPr>
            </a:lvl3pPr>
            <a:lvl4pPr>
              <a:defRPr sz="1050">
                <a:latin typeface="맑은 고딕" pitchFamily="50" charset="-127"/>
                <a:ea typeface="맑은 고딕" pitchFamily="50" charset="-127"/>
              </a:defRPr>
            </a:lvl4pPr>
            <a:lvl5pPr>
              <a:defRPr sz="1600">
                <a:latin typeface="맑은 고딕" pitchFamily="50" charset="-127"/>
                <a:ea typeface="맑은 고딕" pitchFamily="50" charset="-127"/>
              </a:defRPr>
            </a:lvl5pPr>
          </a:lstStyle>
          <a:p>
            <a:pPr lvl="0"/>
            <a:r>
              <a:rPr lang="ko-KR" altLang="en-US" dirty="0" smtClean="0"/>
              <a:t>마스터 텍스트 스타일을 편집합니다</a:t>
            </a:r>
          </a:p>
        </p:txBody>
      </p:sp>
      <p:sp>
        <p:nvSpPr>
          <p:cNvPr id="4" name="Rectangle 10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7400925" y="6588125"/>
            <a:ext cx="2311400" cy="261938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196D8CE-DAFF-415D-8D34-D87C211B3B69}" type="slidenum">
              <a:rPr lang="en-US" altLang="ko-KR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ko-KR" dirty="0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3.xml"/></Relationships>
</file>

<file path=ppt/slideMasters/_rels/slideMaster3.xml.rels><?xml version="1.0" encoding="UTF-8" standalone="yes"?>
<Relationships xmlns="http://schemas.openxmlformats.org/package/2006/relationships"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4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5.xml"/></Relationships>
</file>

<file path=ppt/slideMasters/_rels/slideMaster5.xml.rels><?xml version="1.0" encoding="UTF-8" standalone="yes"?>
<Relationships xmlns="http://schemas.openxmlformats.org/package/2006/relationships"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6.xml"/></Relationships>
</file>

<file path=ppt/slideMasters/_rels/slideMaster6.xml.rels><?xml version="1.0" encoding="UTF-8" standalone="yes"?>
<Relationships xmlns="http://schemas.openxmlformats.org/package/2006/relationships"><Relationship Id="rId2" Type="http://schemas.openxmlformats.org/officeDocument/2006/relationships/theme" Target="../theme/theme6.xml"/><Relationship Id="rId1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768" r:id="rId1"/>
    <p:sldLayoutId id="2147483780" r:id="rId2"/>
  </p:sldLayoutIdLst>
  <p:txStyles>
    <p:titleStyle>
      <a:lvl1pPr algn="l" rtl="0" eaLnBrk="1" fontAlgn="base" latinLnBrk="1" hangingPunct="1">
        <a:spcBef>
          <a:spcPct val="0"/>
        </a:spcBef>
        <a:spcAft>
          <a:spcPct val="0"/>
        </a:spcAft>
        <a:defRPr kumimoji="1" sz="3200">
          <a:solidFill>
            <a:srgbClr val="333333"/>
          </a:solidFill>
          <a:latin typeface="+mj-lt"/>
          <a:ea typeface="+mj-ea"/>
          <a:cs typeface="+mj-cs"/>
        </a:defRPr>
      </a:lvl1pPr>
      <a:lvl2pPr algn="l" rtl="0" eaLnBrk="1" fontAlgn="base" latinLnBrk="1" hangingPunct="1">
        <a:spcBef>
          <a:spcPct val="0"/>
        </a:spcBef>
        <a:spcAft>
          <a:spcPct val="0"/>
        </a:spcAft>
        <a:defRPr kumimoji="1" sz="3200">
          <a:solidFill>
            <a:srgbClr val="333333"/>
          </a:solidFill>
          <a:latin typeface="나눔고딕 ExtraBold" pitchFamily="50" charset="-127"/>
          <a:ea typeface="나눔고딕 ExtraBold" pitchFamily="50" charset="-127"/>
        </a:defRPr>
      </a:lvl2pPr>
      <a:lvl3pPr algn="l" rtl="0" eaLnBrk="1" fontAlgn="base" latinLnBrk="1" hangingPunct="1">
        <a:spcBef>
          <a:spcPct val="0"/>
        </a:spcBef>
        <a:spcAft>
          <a:spcPct val="0"/>
        </a:spcAft>
        <a:defRPr kumimoji="1" sz="3200">
          <a:solidFill>
            <a:srgbClr val="333333"/>
          </a:solidFill>
          <a:latin typeface="나눔고딕 ExtraBold" pitchFamily="50" charset="-127"/>
          <a:ea typeface="나눔고딕 ExtraBold" pitchFamily="50" charset="-127"/>
        </a:defRPr>
      </a:lvl3pPr>
      <a:lvl4pPr algn="l" rtl="0" eaLnBrk="1" fontAlgn="base" latinLnBrk="1" hangingPunct="1">
        <a:spcBef>
          <a:spcPct val="0"/>
        </a:spcBef>
        <a:spcAft>
          <a:spcPct val="0"/>
        </a:spcAft>
        <a:defRPr kumimoji="1" sz="3200">
          <a:solidFill>
            <a:srgbClr val="333333"/>
          </a:solidFill>
          <a:latin typeface="나눔고딕 ExtraBold" pitchFamily="50" charset="-127"/>
          <a:ea typeface="나눔고딕 ExtraBold" pitchFamily="50" charset="-127"/>
        </a:defRPr>
      </a:lvl4pPr>
      <a:lvl5pPr algn="l" rtl="0" eaLnBrk="1" fontAlgn="base" latinLnBrk="1" hangingPunct="1">
        <a:spcBef>
          <a:spcPct val="0"/>
        </a:spcBef>
        <a:spcAft>
          <a:spcPct val="0"/>
        </a:spcAft>
        <a:defRPr kumimoji="1" sz="3200">
          <a:solidFill>
            <a:srgbClr val="333333"/>
          </a:solidFill>
          <a:latin typeface="나눔고딕 ExtraBold" pitchFamily="50" charset="-127"/>
          <a:ea typeface="나눔고딕 ExtraBold" pitchFamily="50" charset="-127"/>
        </a:defRPr>
      </a:lvl5pPr>
      <a:lvl6pPr marL="457200" algn="l" rtl="0" eaLnBrk="1" fontAlgn="base" latinLnBrk="1" hangingPunct="1">
        <a:spcBef>
          <a:spcPct val="0"/>
        </a:spcBef>
        <a:spcAft>
          <a:spcPct val="0"/>
        </a:spcAft>
        <a:defRPr kumimoji="1" sz="3200">
          <a:solidFill>
            <a:srgbClr val="333333"/>
          </a:solidFill>
          <a:latin typeface="-2002" pitchFamily="18" charset="-127"/>
          <a:ea typeface="-2002" pitchFamily="18" charset="-127"/>
        </a:defRPr>
      </a:lvl6pPr>
      <a:lvl7pPr marL="914400" algn="l" rtl="0" eaLnBrk="1" fontAlgn="base" latinLnBrk="1" hangingPunct="1">
        <a:spcBef>
          <a:spcPct val="0"/>
        </a:spcBef>
        <a:spcAft>
          <a:spcPct val="0"/>
        </a:spcAft>
        <a:defRPr kumimoji="1" sz="3200">
          <a:solidFill>
            <a:srgbClr val="333333"/>
          </a:solidFill>
          <a:latin typeface="-2002" pitchFamily="18" charset="-127"/>
          <a:ea typeface="-2002" pitchFamily="18" charset="-127"/>
        </a:defRPr>
      </a:lvl7pPr>
      <a:lvl8pPr marL="1371600" algn="l" rtl="0" eaLnBrk="1" fontAlgn="base" latinLnBrk="1" hangingPunct="1">
        <a:spcBef>
          <a:spcPct val="0"/>
        </a:spcBef>
        <a:spcAft>
          <a:spcPct val="0"/>
        </a:spcAft>
        <a:defRPr kumimoji="1" sz="3200">
          <a:solidFill>
            <a:srgbClr val="333333"/>
          </a:solidFill>
          <a:latin typeface="-2002" pitchFamily="18" charset="-127"/>
          <a:ea typeface="-2002" pitchFamily="18" charset="-127"/>
        </a:defRPr>
      </a:lvl8pPr>
      <a:lvl9pPr marL="1828800" algn="l" rtl="0" eaLnBrk="1" fontAlgn="base" latinLnBrk="1" hangingPunct="1">
        <a:spcBef>
          <a:spcPct val="0"/>
        </a:spcBef>
        <a:spcAft>
          <a:spcPct val="0"/>
        </a:spcAft>
        <a:defRPr kumimoji="1" sz="3200">
          <a:solidFill>
            <a:srgbClr val="333333"/>
          </a:solidFill>
          <a:latin typeface="-2002" pitchFamily="18" charset="-127"/>
          <a:ea typeface="-2002" pitchFamily="18" charset="-127"/>
        </a:defRPr>
      </a:lvl9pPr>
    </p:titleStyle>
    <p:bodyStyle>
      <a:lvl1pPr marL="342900" indent="-342900" algn="l" rtl="0" eaLnBrk="1" fontAlgn="base" latinLnBrk="1" hangingPunct="1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latinLnBrk="1" hangingPunct="1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1" fontAlgn="base" latinLnBrk="1" hangingPunct="1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1" fontAlgn="base" latinLnBrk="1" hangingPunct="1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1" fontAlgn="base" latinLnBrk="1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eaLnBrk="1" fontAlgn="base" latinLnBrk="1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eaLnBrk="1" fontAlgn="base" latinLnBrk="1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eaLnBrk="1" fontAlgn="base" latinLnBrk="1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eaLnBrk="1" fontAlgn="base" latinLnBrk="1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5"/>
          <p:cNvSpPr>
            <a:spLocks noGrp="1" noChangeArrowheads="1"/>
          </p:cNvSpPr>
          <p:nvPr>
            <p:ph type="title"/>
          </p:nvPr>
        </p:nvSpPr>
        <p:spPr bwMode="auto">
          <a:xfrm>
            <a:off x="3872880" y="1570038"/>
            <a:ext cx="3449638" cy="2746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ko-KR" dirty="0" smtClean="0"/>
              <a:t>I. </a:t>
            </a:r>
            <a:r>
              <a:rPr lang="ko-KR" altLang="en-US" dirty="0" err="1" smtClean="0"/>
              <a:t>컨텐츠</a:t>
            </a:r>
            <a:r>
              <a:rPr lang="ko-KR" altLang="en-US" dirty="0" smtClean="0"/>
              <a:t> 페이지입니다</a:t>
            </a:r>
            <a:r>
              <a:rPr lang="en-US" altLang="ko-KR" dirty="0" smtClean="0"/>
              <a:t>.</a:t>
            </a:r>
          </a:p>
        </p:txBody>
      </p:sp>
      <p:sp>
        <p:nvSpPr>
          <p:cNvPr id="3076" name="Rectangle 14"/>
          <p:cNvSpPr>
            <a:spLocks noGrp="1" noChangeArrowheads="1"/>
          </p:cNvSpPr>
          <p:nvPr>
            <p:ph type="body" idx="1"/>
          </p:nvPr>
        </p:nvSpPr>
        <p:spPr bwMode="auto">
          <a:xfrm>
            <a:off x="3872880" y="2172617"/>
            <a:ext cx="3887788" cy="31285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dirty="0" err="1" smtClean="0"/>
              <a:t>맑은고딕</a:t>
            </a:r>
            <a:r>
              <a:rPr lang="en-US" altLang="ko-KR" dirty="0" smtClean="0"/>
              <a:t>, 14pt</a:t>
            </a:r>
          </a:p>
          <a:p>
            <a:pPr lvl="0"/>
            <a:r>
              <a:rPr lang="en-US" altLang="ko-KR" dirty="0" smtClean="0"/>
              <a:t>Line Height : 1.3</a:t>
            </a:r>
          </a:p>
          <a:p>
            <a:pPr lvl="0"/>
            <a:r>
              <a:rPr lang="en-US" altLang="ko-KR" dirty="0" smtClean="0"/>
              <a:t>.</a:t>
            </a:r>
          </a:p>
          <a:p>
            <a:pPr lvl="1"/>
            <a:r>
              <a:rPr lang="ko-KR" altLang="en-US" dirty="0" err="1" smtClean="0"/>
              <a:t>맑은고딕</a:t>
            </a:r>
            <a:r>
              <a:rPr lang="ko-KR" altLang="en-US" dirty="0" smtClean="0"/>
              <a:t> </a:t>
            </a:r>
            <a:r>
              <a:rPr lang="en-US" altLang="ko-KR" dirty="0" smtClean="0"/>
              <a:t>: 12pt</a:t>
            </a:r>
            <a:endParaRPr lang="ko-KR" altLang="en-US" dirty="0" smtClean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65" r:id="rId1"/>
  </p:sldLayoutIdLst>
  <p:hf hdr="0" ftr="0" dt="0"/>
  <p:txStyles>
    <p:titleStyle>
      <a:lvl1pPr algn="l" rtl="0" eaLnBrk="0" fontAlgn="base" latinLnBrk="1" hangingPunct="0">
        <a:spcBef>
          <a:spcPct val="0"/>
        </a:spcBef>
        <a:spcAft>
          <a:spcPct val="0"/>
        </a:spcAft>
        <a:defRPr kumimoji="1" sz="2000" b="1">
          <a:solidFill>
            <a:schemeClr val="tx1"/>
          </a:solidFill>
          <a:latin typeface="맑은 고딕" pitchFamily="50" charset="-127"/>
          <a:ea typeface="맑은 고딕" pitchFamily="50" charset="-127"/>
          <a:cs typeface="+mj-cs"/>
        </a:defRPr>
      </a:lvl1pPr>
      <a:lvl2pPr algn="l" rtl="0" eaLnBrk="0" fontAlgn="base" latinLnBrk="1" hangingPunct="0">
        <a:spcBef>
          <a:spcPct val="0"/>
        </a:spcBef>
        <a:spcAft>
          <a:spcPct val="0"/>
        </a:spcAft>
        <a:defRPr kumimoji="1" sz="2000" b="1">
          <a:solidFill>
            <a:srgbClr val="333333"/>
          </a:solidFill>
          <a:latin typeface="맑은 고딕" pitchFamily="50" charset="-127"/>
          <a:ea typeface="맑은 고딕" pitchFamily="50" charset="-127"/>
        </a:defRPr>
      </a:lvl2pPr>
      <a:lvl3pPr algn="l" rtl="0" eaLnBrk="0" fontAlgn="base" latinLnBrk="1" hangingPunct="0">
        <a:spcBef>
          <a:spcPct val="0"/>
        </a:spcBef>
        <a:spcAft>
          <a:spcPct val="0"/>
        </a:spcAft>
        <a:defRPr kumimoji="1" sz="2000" b="1">
          <a:solidFill>
            <a:srgbClr val="333333"/>
          </a:solidFill>
          <a:latin typeface="맑은 고딕" pitchFamily="50" charset="-127"/>
          <a:ea typeface="맑은 고딕" pitchFamily="50" charset="-127"/>
        </a:defRPr>
      </a:lvl3pPr>
      <a:lvl4pPr algn="l" rtl="0" eaLnBrk="0" fontAlgn="base" latinLnBrk="1" hangingPunct="0">
        <a:spcBef>
          <a:spcPct val="0"/>
        </a:spcBef>
        <a:spcAft>
          <a:spcPct val="0"/>
        </a:spcAft>
        <a:defRPr kumimoji="1" sz="2000" b="1">
          <a:solidFill>
            <a:srgbClr val="333333"/>
          </a:solidFill>
          <a:latin typeface="맑은 고딕" pitchFamily="50" charset="-127"/>
          <a:ea typeface="맑은 고딕" pitchFamily="50" charset="-127"/>
        </a:defRPr>
      </a:lvl4pPr>
      <a:lvl5pPr algn="l" rtl="0" eaLnBrk="0" fontAlgn="base" latinLnBrk="1" hangingPunct="0">
        <a:spcBef>
          <a:spcPct val="0"/>
        </a:spcBef>
        <a:spcAft>
          <a:spcPct val="0"/>
        </a:spcAft>
        <a:defRPr kumimoji="1" sz="2000" b="1">
          <a:solidFill>
            <a:srgbClr val="333333"/>
          </a:solidFill>
          <a:latin typeface="맑은 고딕" pitchFamily="50" charset="-127"/>
          <a:ea typeface="맑은 고딕" pitchFamily="50" charset="-127"/>
        </a:defRPr>
      </a:lvl5pPr>
      <a:lvl6pPr marL="457200" algn="l" rtl="0" fontAlgn="base" latinLnBrk="1">
        <a:spcBef>
          <a:spcPct val="0"/>
        </a:spcBef>
        <a:spcAft>
          <a:spcPct val="0"/>
        </a:spcAft>
        <a:defRPr kumimoji="1" sz="2000">
          <a:solidFill>
            <a:srgbClr val="333333"/>
          </a:solidFill>
          <a:latin typeface="-2002" pitchFamily="18" charset="-127"/>
          <a:ea typeface="-2002" pitchFamily="18" charset="-127"/>
        </a:defRPr>
      </a:lvl6pPr>
      <a:lvl7pPr marL="914400" algn="l" rtl="0" fontAlgn="base" latinLnBrk="1">
        <a:spcBef>
          <a:spcPct val="0"/>
        </a:spcBef>
        <a:spcAft>
          <a:spcPct val="0"/>
        </a:spcAft>
        <a:defRPr kumimoji="1" sz="2000">
          <a:solidFill>
            <a:srgbClr val="333333"/>
          </a:solidFill>
          <a:latin typeface="-2002" pitchFamily="18" charset="-127"/>
          <a:ea typeface="-2002" pitchFamily="18" charset="-127"/>
        </a:defRPr>
      </a:lvl7pPr>
      <a:lvl8pPr marL="1371600" algn="l" rtl="0" fontAlgn="base" latinLnBrk="1">
        <a:spcBef>
          <a:spcPct val="0"/>
        </a:spcBef>
        <a:spcAft>
          <a:spcPct val="0"/>
        </a:spcAft>
        <a:defRPr kumimoji="1" sz="2000">
          <a:solidFill>
            <a:srgbClr val="333333"/>
          </a:solidFill>
          <a:latin typeface="-2002" pitchFamily="18" charset="-127"/>
          <a:ea typeface="-2002" pitchFamily="18" charset="-127"/>
        </a:defRPr>
      </a:lvl8pPr>
      <a:lvl9pPr marL="1828800" algn="l" rtl="0" fontAlgn="base" latinLnBrk="1">
        <a:spcBef>
          <a:spcPct val="0"/>
        </a:spcBef>
        <a:spcAft>
          <a:spcPct val="0"/>
        </a:spcAft>
        <a:defRPr kumimoji="1" sz="2000">
          <a:solidFill>
            <a:srgbClr val="333333"/>
          </a:solidFill>
          <a:latin typeface="-2002" pitchFamily="18" charset="-127"/>
          <a:ea typeface="-2002" pitchFamily="18" charset="-127"/>
        </a:defRPr>
      </a:lvl9pPr>
    </p:titleStyle>
    <p:bodyStyle>
      <a:lvl1pPr marL="342900" indent="-342900" algn="l" rtl="0" eaLnBrk="0" fontAlgn="base" latinLnBrk="1" hangingPunct="0">
        <a:lnSpc>
          <a:spcPct val="130000"/>
        </a:lnSpc>
        <a:spcBef>
          <a:spcPct val="20000"/>
        </a:spcBef>
        <a:spcAft>
          <a:spcPct val="0"/>
        </a:spcAft>
        <a:buClrTx/>
        <a:buFont typeface="+mj-lt"/>
        <a:buAutoNum type="arabicPeriod"/>
        <a:defRPr kumimoji="1" sz="1400" b="1">
          <a:solidFill>
            <a:schemeClr val="tx1"/>
          </a:solidFill>
          <a:latin typeface="맑은 고딕" pitchFamily="50" charset="-127"/>
          <a:ea typeface="맑은 고딕" pitchFamily="50" charset="-127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Clr>
          <a:schemeClr val="accent4">
            <a:lumMod val="75000"/>
          </a:schemeClr>
        </a:buClr>
        <a:buFont typeface="Wingdings" pitchFamily="2" charset="2"/>
        <a:buChar char="l"/>
        <a:defRPr kumimoji="1" sz="1200">
          <a:solidFill>
            <a:schemeClr val="tx1"/>
          </a:solidFill>
          <a:latin typeface="맑은 고딕" pitchFamily="50" charset="-127"/>
          <a:ea typeface="맑은 고딕" pitchFamily="50" charset="-127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Clr>
          <a:srgbClr val="D35345"/>
        </a:buClr>
        <a:buFont typeface="Wingdings" pitchFamily="2" charset="2"/>
        <a:buChar char="§"/>
        <a:defRPr kumimoji="1" sz="1100" b="1">
          <a:solidFill>
            <a:srgbClr val="333333"/>
          </a:solidFill>
          <a:latin typeface="Verdana" pitchFamily="34" charset="0"/>
          <a:ea typeface="+mn-ea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1000">
          <a:solidFill>
            <a:srgbClr val="7F7F7F"/>
          </a:solidFill>
          <a:latin typeface="HY중고딕" pitchFamily="18" charset="-127"/>
          <a:ea typeface="HY중고딕" pitchFamily="18" charset="-127"/>
        </a:defRPr>
      </a:lvl4pPr>
      <a:lvl5pPr marL="2209800" indent="-381000" algn="l" rtl="0" eaLnBrk="0" fontAlgn="base" latinLnBrk="1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굴림" pitchFamily="50" charset="-127"/>
          <a:ea typeface="굴림" pitchFamily="50" charset="-127"/>
        </a:defRPr>
      </a:lvl5pPr>
      <a:lvl6pPr marL="2667000" indent="-3810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굴림" pitchFamily="50" charset="-127"/>
          <a:ea typeface="굴림" pitchFamily="50" charset="-127"/>
        </a:defRPr>
      </a:lvl6pPr>
      <a:lvl7pPr marL="3124200" indent="-3810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굴림" pitchFamily="50" charset="-127"/>
          <a:ea typeface="굴림" pitchFamily="50" charset="-127"/>
        </a:defRPr>
      </a:lvl7pPr>
      <a:lvl8pPr marL="3581400" indent="-3810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굴림" pitchFamily="50" charset="-127"/>
          <a:ea typeface="굴림" pitchFamily="50" charset="-127"/>
        </a:defRPr>
      </a:lvl8pPr>
      <a:lvl9pPr marL="4038600" indent="-3810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굴림" pitchFamily="50" charset="-127"/>
          <a:ea typeface="굴림" pitchFamily="50" charset="-127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6"/>
          <p:cNvSpPr>
            <a:spLocks noGrp="1" noChangeArrowheads="1"/>
          </p:cNvSpPr>
          <p:nvPr>
            <p:ph type="title"/>
          </p:nvPr>
        </p:nvSpPr>
        <p:spPr bwMode="auto">
          <a:xfrm>
            <a:off x="279400" y="377825"/>
            <a:ext cx="6102350" cy="274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ko-KR" dirty="0" smtClean="0"/>
              <a:t>I. </a:t>
            </a:r>
            <a:r>
              <a:rPr lang="ko-KR" altLang="en-US" dirty="0" err="1" smtClean="0"/>
              <a:t>컨텐츠</a:t>
            </a:r>
            <a:r>
              <a:rPr lang="ko-KR" altLang="en-US" dirty="0" smtClean="0"/>
              <a:t> 페이지입니다</a:t>
            </a:r>
            <a:r>
              <a:rPr lang="en-US" altLang="ko-KR" dirty="0" smtClean="0"/>
              <a:t>.</a:t>
            </a:r>
          </a:p>
        </p:txBody>
      </p:sp>
      <p:sp>
        <p:nvSpPr>
          <p:cNvPr id="4100" name="Rectangle 2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56854" y="764704"/>
            <a:ext cx="9376096" cy="64817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dirty="0" err="1" smtClean="0"/>
              <a:t>맑은고딕</a:t>
            </a:r>
            <a:r>
              <a:rPr lang="ko-KR" altLang="en-US" dirty="0" smtClean="0"/>
              <a:t> </a:t>
            </a:r>
            <a:r>
              <a:rPr lang="en-US" altLang="ko-KR" dirty="0" smtClean="0"/>
              <a:t>14pt Bold… 1995</a:t>
            </a:r>
            <a:r>
              <a:rPr lang="ko-KR" altLang="en-US" dirty="0" smtClean="0"/>
              <a:t>년 예금자보호법이 제정됨에 따라 이듬해 </a:t>
            </a:r>
            <a:r>
              <a:rPr lang="en-US" altLang="ko-KR" dirty="0" smtClean="0"/>
              <a:t>6</a:t>
            </a:r>
            <a:r>
              <a:rPr lang="ko-KR" altLang="en-US" dirty="0" smtClean="0"/>
              <a:t>월 </a:t>
            </a:r>
            <a:r>
              <a:rPr lang="en-US" altLang="ko-KR" dirty="0" smtClean="0"/>
              <a:t>1</a:t>
            </a:r>
            <a:r>
              <a:rPr lang="ko-KR" altLang="en-US" dirty="0" smtClean="0"/>
              <a:t>일 설립되어 </a:t>
            </a:r>
            <a:r>
              <a:rPr lang="en-US" altLang="ko-KR" dirty="0" smtClean="0"/>
              <a:t>1997</a:t>
            </a:r>
            <a:r>
              <a:rPr lang="ko-KR" altLang="en-US" dirty="0" smtClean="0"/>
              <a:t>년 </a:t>
            </a:r>
            <a:r>
              <a:rPr lang="en-US" altLang="ko-KR" dirty="0" smtClean="0"/>
              <a:t>1</a:t>
            </a:r>
            <a:r>
              <a:rPr lang="ko-KR" altLang="en-US" dirty="0" smtClean="0"/>
              <a:t>월 </a:t>
            </a:r>
            <a:r>
              <a:rPr lang="en-US" altLang="ko-KR" dirty="0" smtClean="0"/>
              <a:t>1</a:t>
            </a:r>
            <a:r>
              <a:rPr lang="ko-KR" altLang="en-US" dirty="0" smtClean="0"/>
              <a:t>일부터 예금보험업무를 시작한 뒤 </a:t>
            </a:r>
            <a:r>
              <a:rPr lang="en-US" altLang="ko-KR" dirty="0" smtClean="0"/>
              <a:t>1998</a:t>
            </a:r>
            <a:r>
              <a:rPr lang="ko-KR" altLang="en-US" dirty="0" smtClean="0"/>
              <a:t>년 </a:t>
            </a:r>
            <a:r>
              <a:rPr lang="en-US" altLang="ko-KR" dirty="0" smtClean="0"/>
              <a:t>4</a:t>
            </a:r>
            <a:r>
              <a:rPr lang="ko-KR" altLang="en-US" dirty="0" smtClean="0"/>
              <a:t>월 </a:t>
            </a:r>
            <a:r>
              <a:rPr lang="en-US" altLang="ko-KR" dirty="0" smtClean="0"/>
              <a:t>1</a:t>
            </a:r>
            <a:r>
              <a:rPr lang="ko-KR" altLang="en-US" dirty="0" smtClean="0"/>
              <a:t>일</a:t>
            </a:r>
            <a:r>
              <a:rPr lang="en-US" altLang="ko-KR" dirty="0" smtClean="0"/>
              <a:t>, </a:t>
            </a:r>
            <a:r>
              <a:rPr lang="ko-KR" altLang="en-US" dirty="0" smtClean="0"/>
              <a:t>각 금융권의 예금보험기금을 통합해 통합예금보험공사로 출범하였다</a:t>
            </a:r>
            <a:r>
              <a:rPr lang="en-US" altLang="ko-KR" dirty="0" smtClean="0"/>
              <a:t>.</a:t>
            </a:r>
            <a:endParaRPr lang="ko-KR" altLang="en-US" dirty="0" smtClean="0"/>
          </a:p>
        </p:txBody>
      </p:sp>
      <p:sp>
        <p:nvSpPr>
          <p:cNvPr id="4124" name="Line 28"/>
          <p:cNvSpPr>
            <a:spLocks noChangeShapeType="1"/>
          </p:cNvSpPr>
          <p:nvPr userDrawn="1"/>
        </p:nvSpPr>
        <p:spPr bwMode="auto">
          <a:xfrm>
            <a:off x="273050" y="6524625"/>
            <a:ext cx="9359900" cy="0"/>
          </a:xfrm>
          <a:prstGeom prst="line">
            <a:avLst/>
          </a:prstGeom>
          <a:noFill/>
          <a:ln w="6350">
            <a:solidFill>
              <a:srgbClr val="333333"/>
            </a:solidFill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ko-KR" altLang="en-US">
              <a:latin typeface="굴림" pitchFamily="50" charset="-127"/>
              <a:ea typeface="굴림" pitchFamily="50" charset="-127"/>
            </a:endParaRPr>
          </a:p>
        </p:txBody>
      </p:sp>
      <p:sp>
        <p:nvSpPr>
          <p:cNvPr id="13" name="Line 28"/>
          <p:cNvSpPr>
            <a:spLocks noChangeShapeType="1"/>
          </p:cNvSpPr>
          <p:nvPr userDrawn="1"/>
        </p:nvSpPr>
        <p:spPr bwMode="auto">
          <a:xfrm>
            <a:off x="273050" y="712788"/>
            <a:ext cx="9359900" cy="0"/>
          </a:xfrm>
          <a:prstGeom prst="line">
            <a:avLst/>
          </a:prstGeom>
          <a:noFill/>
          <a:ln w="6350">
            <a:solidFill>
              <a:srgbClr val="333333"/>
            </a:solidFill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ko-KR" altLang="en-US">
              <a:latin typeface="굴림" pitchFamily="50" charset="-127"/>
              <a:ea typeface="굴림" pitchFamily="50" charset="-127"/>
            </a:endParaRPr>
          </a:p>
        </p:txBody>
      </p:sp>
      <p:sp>
        <p:nvSpPr>
          <p:cNvPr id="12" name="Rectangle 10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915399" y="6588125"/>
            <a:ext cx="796925" cy="2619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+mn-lt"/>
                <a:ea typeface="굴림" pitchFamily="50" charset="-127"/>
              </a:defRPr>
            </a:lvl1pPr>
          </a:lstStyle>
          <a:p>
            <a:pPr>
              <a:defRPr/>
            </a:pPr>
            <a:fld id="{7EE949F0-F56D-447C-9889-EA31F7E24327}" type="slidenum">
              <a:rPr lang="en-US" altLang="ko-KR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75" r:id="rId1"/>
  </p:sldLayoutIdLst>
  <p:hf hdr="0" ftr="0" dt="0"/>
  <p:txStyles>
    <p:titleStyle>
      <a:lvl1pPr algn="l" rtl="0" eaLnBrk="0" fontAlgn="base" latinLnBrk="1" hangingPunct="0">
        <a:spcBef>
          <a:spcPct val="0"/>
        </a:spcBef>
        <a:spcAft>
          <a:spcPct val="0"/>
        </a:spcAft>
        <a:defRPr kumimoji="1" sz="2000" b="1">
          <a:solidFill>
            <a:srgbClr val="333333"/>
          </a:solidFill>
          <a:latin typeface="맑은 고딕" pitchFamily="50" charset="-127"/>
          <a:ea typeface="맑은 고딕" pitchFamily="50" charset="-127"/>
          <a:cs typeface="+mj-cs"/>
        </a:defRPr>
      </a:lvl1pPr>
      <a:lvl2pPr algn="l" rtl="0" eaLnBrk="0" fontAlgn="base" latinLnBrk="1" hangingPunct="0">
        <a:spcBef>
          <a:spcPct val="0"/>
        </a:spcBef>
        <a:spcAft>
          <a:spcPct val="0"/>
        </a:spcAft>
        <a:defRPr kumimoji="1" sz="2000" b="1">
          <a:solidFill>
            <a:srgbClr val="333333"/>
          </a:solidFill>
          <a:latin typeface="나눔고딕 ExtraBold" pitchFamily="50" charset="-127"/>
          <a:ea typeface="나눔고딕 ExtraBold" pitchFamily="50" charset="-127"/>
        </a:defRPr>
      </a:lvl2pPr>
      <a:lvl3pPr algn="l" rtl="0" eaLnBrk="0" fontAlgn="base" latinLnBrk="1" hangingPunct="0">
        <a:spcBef>
          <a:spcPct val="0"/>
        </a:spcBef>
        <a:spcAft>
          <a:spcPct val="0"/>
        </a:spcAft>
        <a:defRPr kumimoji="1" sz="2000" b="1">
          <a:solidFill>
            <a:srgbClr val="333333"/>
          </a:solidFill>
          <a:latin typeface="나눔고딕 ExtraBold" pitchFamily="50" charset="-127"/>
          <a:ea typeface="나눔고딕 ExtraBold" pitchFamily="50" charset="-127"/>
        </a:defRPr>
      </a:lvl3pPr>
      <a:lvl4pPr algn="l" rtl="0" eaLnBrk="0" fontAlgn="base" latinLnBrk="1" hangingPunct="0">
        <a:spcBef>
          <a:spcPct val="0"/>
        </a:spcBef>
        <a:spcAft>
          <a:spcPct val="0"/>
        </a:spcAft>
        <a:defRPr kumimoji="1" sz="2000" b="1">
          <a:solidFill>
            <a:srgbClr val="333333"/>
          </a:solidFill>
          <a:latin typeface="나눔고딕 ExtraBold" pitchFamily="50" charset="-127"/>
          <a:ea typeface="나눔고딕 ExtraBold" pitchFamily="50" charset="-127"/>
        </a:defRPr>
      </a:lvl4pPr>
      <a:lvl5pPr algn="l" rtl="0" eaLnBrk="0" fontAlgn="base" latinLnBrk="1" hangingPunct="0">
        <a:spcBef>
          <a:spcPct val="0"/>
        </a:spcBef>
        <a:spcAft>
          <a:spcPct val="0"/>
        </a:spcAft>
        <a:defRPr kumimoji="1" sz="2000" b="1">
          <a:solidFill>
            <a:srgbClr val="333333"/>
          </a:solidFill>
          <a:latin typeface="나눔고딕 ExtraBold" pitchFamily="50" charset="-127"/>
          <a:ea typeface="나눔고딕 ExtraBold" pitchFamily="50" charset="-127"/>
        </a:defRPr>
      </a:lvl5pPr>
      <a:lvl6pPr marL="457200" algn="l" rtl="0" fontAlgn="base" latinLnBrk="1">
        <a:spcBef>
          <a:spcPct val="0"/>
        </a:spcBef>
        <a:spcAft>
          <a:spcPct val="0"/>
        </a:spcAft>
        <a:defRPr kumimoji="1" sz="2000">
          <a:solidFill>
            <a:srgbClr val="333333"/>
          </a:solidFill>
          <a:latin typeface="-2002" pitchFamily="18" charset="-127"/>
          <a:ea typeface="-2002" pitchFamily="18" charset="-127"/>
        </a:defRPr>
      </a:lvl6pPr>
      <a:lvl7pPr marL="914400" algn="l" rtl="0" fontAlgn="base" latinLnBrk="1">
        <a:spcBef>
          <a:spcPct val="0"/>
        </a:spcBef>
        <a:spcAft>
          <a:spcPct val="0"/>
        </a:spcAft>
        <a:defRPr kumimoji="1" sz="2000">
          <a:solidFill>
            <a:srgbClr val="333333"/>
          </a:solidFill>
          <a:latin typeface="-2002" pitchFamily="18" charset="-127"/>
          <a:ea typeface="-2002" pitchFamily="18" charset="-127"/>
        </a:defRPr>
      </a:lvl7pPr>
      <a:lvl8pPr marL="1371600" algn="l" rtl="0" fontAlgn="base" latinLnBrk="1">
        <a:spcBef>
          <a:spcPct val="0"/>
        </a:spcBef>
        <a:spcAft>
          <a:spcPct val="0"/>
        </a:spcAft>
        <a:defRPr kumimoji="1" sz="2000">
          <a:solidFill>
            <a:srgbClr val="333333"/>
          </a:solidFill>
          <a:latin typeface="-2002" pitchFamily="18" charset="-127"/>
          <a:ea typeface="-2002" pitchFamily="18" charset="-127"/>
        </a:defRPr>
      </a:lvl8pPr>
      <a:lvl9pPr marL="1828800" algn="l" rtl="0" fontAlgn="base" latinLnBrk="1">
        <a:spcBef>
          <a:spcPct val="0"/>
        </a:spcBef>
        <a:spcAft>
          <a:spcPct val="0"/>
        </a:spcAft>
        <a:defRPr kumimoji="1" sz="2000">
          <a:solidFill>
            <a:srgbClr val="333333"/>
          </a:solidFill>
          <a:latin typeface="-2002" pitchFamily="18" charset="-127"/>
          <a:ea typeface="-2002" pitchFamily="18" charset="-127"/>
        </a:defRPr>
      </a:lvl9pPr>
    </p:titleStyle>
    <p:bodyStyle>
      <a:lvl1pPr marL="0" indent="11113" algn="l" rtl="0" eaLnBrk="0" fontAlgn="base" latinLnBrk="1" hangingPunct="0">
        <a:lnSpc>
          <a:spcPct val="120000"/>
        </a:lnSpc>
        <a:spcBef>
          <a:spcPct val="20000"/>
        </a:spcBef>
        <a:spcAft>
          <a:spcPct val="0"/>
        </a:spcAft>
        <a:buClr>
          <a:schemeClr val="bg1"/>
        </a:buClr>
        <a:buFont typeface="Tahoma" pitchFamily="34" charset="0"/>
        <a:buNone/>
        <a:defRPr kumimoji="1" sz="1400" b="1">
          <a:solidFill>
            <a:srgbClr val="333333"/>
          </a:solidFill>
          <a:latin typeface="맑은 고딕" pitchFamily="50" charset="-127"/>
          <a:ea typeface="맑은 고딕" pitchFamily="50" charset="-127"/>
          <a:cs typeface="+mn-cs"/>
        </a:defRPr>
      </a:lvl1pPr>
      <a:lvl2pPr marL="531813" indent="-263525" algn="l" rtl="0" eaLnBrk="0" fontAlgn="base" latinLnBrk="1" hangingPunct="0">
        <a:spcBef>
          <a:spcPct val="20000"/>
        </a:spcBef>
        <a:spcAft>
          <a:spcPct val="0"/>
        </a:spcAft>
        <a:buClr>
          <a:srgbClr val="000000"/>
        </a:buClr>
        <a:buFont typeface="-2002" pitchFamily="18" charset="-127"/>
        <a:buAutoNum type="arabicParenR"/>
        <a:defRPr kumimoji="1" sz="1200">
          <a:solidFill>
            <a:schemeClr val="tx1"/>
          </a:solidFill>
          <a:latin typeface="맑은 고딕" pitchFamily="50" charset="-127"/>
          <a:ea typeface="맑은 고딕" pitchFamily="50" charset="-127"/>
        </a:defRPr>
      </a:lvl2pPr>
      <a:lvl3pPr marL="803275" indent="-228600" algn="l" defTabSz="803275" rtl="0" eaLnBrk="0" fontAlgn="base" latinLnBrk="1" hangingPunct="0">
        <a:spcBef>
          <a:spcPct val="20000"/>
        </a:spcBef>
        <a:spcAft>
          <a:spcPct val="0"/>
        </a:spcAft>
        <a:buClr>
          <a:srgbClr val="000000"/>
        </a:buClr>
        <a:buFont typeface="-2002" pitchFamily="18" charset="-127"/>
        <a:buAutoNum type="circleNumDbPlain"/>
        <a:tabLst>
          <a:tab pos="1160463" algn="l"/>
        </a:tabLst>
        <a:defRPr kumimoji="1" sz="1100" b="1">
          <a:solidFill>
            <a:srgbClr val="333333"/>
          </a:solidFill>
          <a:latin typeface="맑은 고딕" pitchFamily="50" charset="-127"/>
          <a:ea typeface="맑은 고딕" pitchFamily="50" charset="-127"/>
        </a:defRPr>
      </a:lvl3pPr>
      <a:lvl4pPr marL="1008063" indent="-182563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1000">
          <a:solidFill>
            <a:srgbClr val="7F7F7F"/>
          </a:solidFill>
          <a:latin typeface="맑은 고딕" pitchFamily="50" charset="-127"/>
          <a:ea typeface="맑은 고딕" pitchFamily="50" charset="-127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굴림" pitchFamily="50" charset="-127"/>
          <a:ea typeface="굴림" pitchFamily="50" charset="-127"/>
        </a:defRPr>
      </a:lvl5pPr>
      <a:lvl6pPr marL="25146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굴림" pitchFamily="50" charset="-127"/>
          <a:ea typeface="굴림" pitchFamily="50" charset="-127"/>
        </a:defRPr>
      </a:lvl6pPr>
      <a:lvl7pPr marL="29718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굴림" pitchFamily="50" charset="-127"/>
          <a:ea typeface="굴림" pitchFamily="50" charset="-127"/>
        </a:defRPr>
      </a:lvl7pPr>
      <a:lvl8pPr marL="34290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굴림" pitchFamily="50" charset="-127"/>
          <a:ea typeface="굴림" pitchFamily="50" charset="-127"/>
        </a:defRPr>
      </a:lvl8pPr>
      <a:lvl9pPr marL="38862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굴림" pitchFamily="50" charset="-127"/>
          <a:ea typeface="굴림" pitchFamily="50" charset="-127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8" name="그림 14" descr="tag.jpg"/>
          <p:cNvPicPr>
            <a:picLocks noChangeAspect="1"/>
          </p:cNvPicPr>
          <p:nvPr userDrawn="1"/>
        </p:nvPicPr>
        <p:blipFill>
          <a:blip r:embed="rId3" cstate="print"/>
          <a:srcRect l="28920"/>
          <a:stretch>
            <a:fillRect/>
          </a:stretch>
        </p:blipFill>
        <p:spPr bwMode="auto">
          <a:xfrm>
            <a:off x="0" y="6583363"/>
            <a:ext cx="9906000" cy="2746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" name="직사각형 9"/>
          <p:cNvSpPr/>
          <p:nvPr userDrawn="1"/>
        </p:nvSpPr>
        <p:spPr>
          <a:xfrm>
            <a:off x="0" y="0"/>
            <a:ext cx="9906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58" r:id="rId1"/>
  </p:sldLayoutIdLst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kumimoji="1" sz="2400">
          <a:solidFill>
            <a:srgbClr val="080808"/>
          </a:solidFill>
          <a:latin typeface="맑은 고딕" pitchFamily="50" charset="-127"/>
          <a:ea typeface="맑은 고딕" pitchFamily="50" charset="-127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kumimoji="1" sz="2400">
          <a:solidFill>
            <a:srgbClr val="080808"/>
          </a:solidFill>
          <a:latin typeface="맑은 고딕" pitchFamily="50" charset="-127"/>
          <a:ea typeface="맑은 고딕" pitchFamily="50" charset="-127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kumimoji="1" sz="2400">
          <a:solidFill>
            <a:srgbClr val="080808"/>
          </a:solidFill>
          <a:latin typeface="맑은 고딕" pitchFamily="50" charset="-127"/>
          <a:ea typeface="맑은 고딕" pitchFamily="50" charset="-127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kumimoji="1" sz="2400">
          <a:solidFill>
            <a:srgbClr val="080808"/>
          </a:solidFill>
          <a:latin typeface="맑은 고딕" pitchFamily="50" charset="-127"/>
          <a:ea typeface="맑은 고딕" pitchFamily="50" charset="-127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kumimoji="1" sz="2400">
          <a:solidFill>
            <a:srgbClr val="080808"/>
          </a:solidFill>
          <a:latin typeface="맑은 고딕" pitchFamily="50" charset="-127"/>
          <a:ea typeface="맑은 고딕" pitchFamily="50" charset="-127"/>
        </a:defRPr>
      </a:lvl5pPr>
      <a:lvl6pPr marL="457200" algn="ctr" rtl="0" fontAlgn="base" latinLnBrk="1">
        <a:spcBef>
          <a:spcPct val="0"/>
        </a:spcBef>
        <a:spcAft>
          <a:spcPct val="0"/>
        </a:spcAft>
        <a:defRPr kumimoji="1" sz="2400">
          <a:solidFill>
            <a:srgbClr val="080808"/>
          </a:solidFill>
          <a:latin typeface="-2002" pitchFamily="18" charset="-127"/>
          <a:ea typeface="-2002" pitchFamily="18" charset="-127"/>
        </a:defRPr>
      </a:lvl6pPr>
      <a:lvl7pPr marL="914400" algn="ctr" rtl="0" fontAlgn="base" latinLnBrk="1">
        <a:spcBef>
          <a:spcPct val="0"/>
        </a:spcBef>
        <a:spcAft>
          <a:spcPct val="0"/>
        </a:spcAft>
        <a:defRPr kumimoji="1" sz="2400">
          <a:solidFill>
            <a:srgbClr val="080808"/>
          </a:solidFill>
          <a:latin typeface="-2002" pitchFamily="18" charset="-127"/>
          <a:ea typeface="-2002" pitchFamily="18" charset="-127"/>
        </a:defRPr>
      </a:lvl7pPr>
      <a:lvl8pPr marL="1371600" algn="ctr" rtl="0" fontAlgn="base" latinLnBrk="1">
        <a:spcBef>
          <a:spcPct val="0"/>
        </a:spcBef>
        <a:spcAft>
          <a:spcPct val="0"/>
        </a:spcAft>
        <a:defRPr kumimoji="1" sz="2400">
          <a:solidFill>
            <a:srgbClr val="080808"/>
          </a:solidFill>
          <a:latin typeface="-2002" pitchFamily="18" charset="-127"/>
          <a:ea typeface="-2002" pitchFamily="18" charset="-127"/>
        </a:defRPr>
      </a:lvl8pPr>
      <a:lvl9pPr marL="1828800" algn="ctr" rtl="0" fontAlgn="base" latinLnBrk="1">
        <a:spcBef>
          <a:spcPct val="0"/>
        </a:spcBef>
        <a:spcAft>
          <a:spcPct val="0"/>
        </a:spcAft>
        <a:defRPr kumimoji="1" sz="2400">
          <a:solidFill>
            <a:srgbClr val="080808"/>
          </a:solidFill>
          <a:latin typeface="-2002" pitchFamily="18" charset="-127"/>
          <a:ea typeface="-2002" pitchFamily="18" charset="-127"/>
        </a:defRPr>
      </a:lvl9pPr>
    </p:titleStyle>
    <p:bodyStyle>
      <a:lvl1pPr marL="342900" indent="-342900" algn="l" rtl="0" eaLnBrk="0" fontAlgn="base" latinLnBrk="1" hangingPunct="0">
        <a:lnSpc>
          <a:spcPct val="120000"/>
        </a:lnSpc>
        <a:spcBef>
          <a:spcPct val="20000"/>
        </a:spcBef>
        <a:spcAft>
          <a:spcPct val="0"/>
        </a:spcAft>
        <a:buSzPct val="140000"/>
        <a:buChar char="•"/>
        <a:defRPr kumimoji="1" sz="1200">
          <a:solidFill>
            <a:srgbClr val="080808"/>
          </a:solidFill>
          <a:latin typeface="+mn-lt"/>
          <a:ea typeface="+mn-ea"/>
          <a:cs typeface="+mn-cs"/>
        </a:defRPr>
      </a:lvl1pPr>
      <a:lvl2pPr marL="1208088" indent="-285750" algn="l" rtl="0" eaLnBrk="0" fontAlgn="base" latinLnBrk="1" hangingPunct="0">
        <a:lnSpc>
          <a:spcPct val="120000"/>
        </a:lnSpc>
        <a:spcBef>
          <a:spcPct val="20000"/>
        </a:spcBef>
        <a:spcAft>
          <a:spcPct val="0"/>
        </a:spcAft>
        <a:buChar char="–"/>
        <a:defRPr kumimoji="1" sz="1100">
          <a:solidFill>
            <a:srgbClr val="080808"/>
          </a:solidFill>
          <a:latin typeface="+mn-lt"/>
          <a:ea typeface="+mn-ea"/>
        </a:defRPr>
      </a:lvl2pPr>
      <a:lvl3pPr marL="1616075" indent="-228600" algn="l" rtl="0" eaLnBrk="0" fontAlgn="base" latinLnBrk="1" hangingPunct="0">
        <a:lnSpc>
          <a:spcPct val="120000"/>
        </a:lnSpc>
        <a:spcBef>
          <a:spcPct val="20000"/>
        </a:spcBef>
        <a:spcAft>
          <a:spcPct val="0"/>
        </a:spcAft>
        <a:buChar char="•"/>
        <a:defRPr kumimoji="1" sz="1000">
          <a:solidFill>
            <a:srgbClr val="080808"/>
          </a:solidFill>
          <a:latin typeface="+mn-lt"/>
          <a:ea typeface="+mn-ea"/>
        </a:defRPr>
      </a:lvl3pPr>
      <a:lvl4pPr marL="2024063" indent="-228600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굴림" pitchFamily="50" charset="-127"/>
          <a:ea typeface="굴림" pitchFamily="50" charset="-127"/>
        </a:defRPr>
      </a:lvl4pPr>
      <a:lvl5pPr marL="2432050" indent="-228600" algn="l" rtl="0" eaLnBrk="0" fontAlgn="base" latinLnBrk="1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굴림" pitchFamily="50" charset="-127"/>
          <a:ea typeface="굴림" pitchFamily="50" charset="-127"/>
        </a:defRPr>
      </a:lvl5pPr>
      <a:lvl6pPr marL="288925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굴림" pitchFamily="50" charset="-127"/>
          <a:ea typeface="굴림" pitchFamily="50" charset="-127"/>
        </a:defRPr>
      </a:lvl6pPr>
      <a:lvl7pPr marL="334645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굴림" pitchFamily="50" charset="-127"/>
          <a:ea typeface="굴림" pitchFamily="50" charset="-127"/>
        </a:defRPr>
      </a:lvl7pPr>
      <a:lvl8pPr marL="380365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굴림" pitchFamily="50" charset="-127"/>
          <a:ea typeface="굴림" pitchFamily="50" charset="-127"/>
        </a:defRPr>
      </a:lvl8pPr>
      <a:lvl9pPr marL="426085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굴림" pitchFamily="50" charset="-127"/>
          <a:ea typeface="굴림" pitchFamily="50" charset="-127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6"/>
          <p:cNvSpPr>
            <a:spLocks noGrp="1" noChangeArrowheads="1"/>
          </p:cNvSpPr>
          <p:nvPr>
            <p:ph type="title"/>
          </p:nvPr>
        </p:nvSpPr>
        <p:spPr bwMode="auto">
          <a:xfrm>
            <a:off x="279400" y="377825"/>
            <a:ext cx="6102350" cy="274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ko-KR" dirty="0" smtClean="0"/>
              <a:t>I. </a:t>
            </a:r>
            <a:r>
              <a:rPr lang="ko-KR" altLang="en-US" dirty="0" err="1" smtClean="0"/>
              <a:t>컨텐츠</a:t>
            </a:r>
            <a:r>
              <a:rPr lang="ko-KR" altLang="en-US" dirty="0" smtClean="0"/>
              <a:t> 페이지입니다</a:t>
            </a:r>
            <a:r>
              <a:rPr lang="en-US" altLang="ko-KR" dirty="0" smtClean="0"/>
              <a:t>.</a:t>
            </a:r>
          </a:p>
        </p:txBody>
      </p:sp>
      <p:sp>
        <p:nvSpPr>
          <p:cNvPr id="4100" name="Rectangle 2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56854" y="764704"/>
            <a:ext cx="9376096" cy="64817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dirty="0" err="1" smtClean="0"/>
              <a:t>맑은고딕</a:t>
            </a:r>
            <a:r>
              <a:rPr lang="ko-KR" altLang="en-US" dirty="0" smtClean="0"/>
              <a:t> </a:t>
            </a:r>
            <a:r>
              <a:rPr lang="en-US" altLang="ko-KR" dirty="0" smtClean="0"/>
              <a:t>14pt Bold… 1995</a:t>
            </a:r>
            <a:r>
              <a:rPr lang="ko-KR" altLang="en-US" dirty="0" smtClean="0"/>
              <a:t>년 예금자보호법이 제정됨에 따라 이듬해 </a:t>
            </a:r>
            <a:r>
              <a:rPr lang="en-US" altLang="ko-KR" dirty="0" smtClean="0"/>
              <a:t>6</a:t>
            </a:r>
            <a:r>
              <a:rPr lang="ko-KR" altLang="en-US" dirty="0" smtClean="0"/>
              <a:t>월 </a:t>
            </a:r>
            <a:r>
              <a:rPr lang="en-US" altLang="ko-KR" dirty="0" smtClean="0"/>
              <a:t>1</a:t>
            </a:r>
            <a:r>
              <a:rPr lang="ko-KR" altLang="en-US" dirty="0" smtClean="0"/>
              <a:t>일 설립되어 </a:t>
            </a:r>
            <a:r>
              <a:rPr lang="en-US" altLang="ko-KR" dirty="0" smtClean="0"/>
              <a:t>1997</a:t>
            </a:r>
            <a:r>
              <a:rPr lang="ko-KR" altLang="en-US" dirty="0" smtClean="0"/>
              <a:t>년 </a:t>
            </a:r>
            <a:r>
              <a:rPr lang="en-US" altLang="ko-KR" dirty="0" smtClean="0"/>
              <a:t>1</a:t>
            </a:r>
            <a:r>
              <a:rPr lang="ko-KR" altLang="en-US" dirty="0" smtClean="0"/>
              <a:t>월 </a:t>
            </a:r>
            <a:r>
              <a:rPr lang="en-US" altLang="ko-KR" dirty="0" smtClean="0"/>
              <a:t>1</a:t>
            </a:r>
            <a:r>
              <a:rPr lang="ko-KR" altLang="en-US" dirty="0" smtClean="0"/>
              <a:t>일부터 예금보험업무를 시작한 뒤 </a:t>
            </a:r>
            <a:r>
              <a:rPr lang="en-US" altLang="ko-KR" dirty="0" smtClean="0"/>
              <a:t>1998</a:t>
            </a:r>
            <a:r>
              <a:rPr lang="ko-KR" altLang="en-US" dirty="0" smtClean="0"/>
              <a:t>년 </a:t>
            </a:r>
            <a:r>
              <a:rPr lang="en-US" altLang="ko-KR" dirty="0" smtClean="0"/>
              <a:t>4</a:t>
            </a:r>
            <a:r>
              <a:rPr lang="ko-KR" altLang="en-US" dirty="0" smtClean="0"/>
              <a:t>월 </a:t>
            </a:r>
            <a:r>
              <a:rPr lang="en-US" altLang="ko-KR" dirty="0" smtClean="0"/>
              <a:t>1</a:t>
            </a:r>
            <a:r>
              <a:rPr lang="ko-KR" altLang="en-US" dirty="0" smtClean="0"/>
              <a:t>일</a:t>
            </a:r>
            <a:r>
              <a:rPr lang="en-US" altLang="ko-KR" dirty="0" smtClean="0"/>
              <a:t>, </a:t>
            </a:r>
            <a:r>
              <a:rPr lang="ko-KR" altLang="en-US" dirty="0" smtClean="0"/>
              <a:t>각 금융권의 예금보험기금을 통합해 통합예금보험공사로 출범하였다</a:t>
            </a:r>
            <a:r>
              <a:rPr lang="en-US" altLang="ko-KR" dirty="0" smtClean="0"/>
              <a:t>.</a:t>
            </a:r>
            <a:endParaRPr lang="ko-KR" altLang="en-US" dirty="0" smtClean="0"/>
          </a:p>
        </p:txBody>
      </p:sp>
      <p:sp>
        <p:nvSpPr>
          <p:cNvPr id="4124" name="Line 28"/>
          <p:cNvSpPr>
            <a:spLocks noChangeShapeType="1"/>
          </p:cNvSpPr>
          <p:nvPr userDrawn="1"/>
        </p:nvSpPr>
        <p:spPr bwMode="auto">
          <a:xfrm>
            <a:off x="273050" y="6524625"/>
            <a:ext cx="9359900" cy="0"/>
          </a:xfrm>
          <a:prstGeom prst="line">
            <a:avLst/>
          </a:prstGeom>
          <a:noFill/>
          <a:ln w="6350">
            <a:solidFill>
              <a:srgbClr val="333333"/>
            </a:solidFill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ko-KR" altLang="en-US">
              <a:solidFill>
                <a:srgbClr val="000000"/>
              </a:solidFill>
              <a:latin typeface="굴림" pitchFamily="50" charset="-127"/>
              <a:ea typeface="굴림" pitchFamily="50" charset="-127"/>
            </a:endParaRPr>
          </a:p>
        </p:txBody>
      </p:sp>
      <p:sp>
        <p:nvSpPr>
          <p:cNvPr id="13" name="Line 28"/>
          <p:cNvSpPr>
            <a:spLocks noChangeShapeType="1"/>
          </p:cNvSpPr>
          <p:nvPr userDrawn="1"/>
        </p:nvSpPr>
        <p:spPr bwMode="auto">
          <a:xfrm>
            <a:off x="273050" y="712788"/>
            <a:ext cx="9359900" cy="0"/>
          </a:xfrm>
          <a:prstGeom prst="line">
            <a:avLst/>
          </a:prstGeom>
          <a:noFill/>
          <a:ln w="6350">
            <a:solidFill>
              <a:srgbClr val="333333"/>
            </a:solidFill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ko-KR" altLang="en-US">
              <a:solidFill>
                <a:srgbClr val="000000"/>
              </a:solidFill>
              <a:latin typeface="굴림" pitchFamily="50" charset="-127"/>
              <a:ea typeface="굴림" pitchFamily="50" charset="-127"/>
            </a:endParaRPr>
          </a:p>
        </p:txBody>
      </p:sp>
      <p:sp>
        <p:nvSpPr>
          <p:cNvPr id="12" name="Rectangle 10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915399" y="6588125"/>
            <a:ext cx="796925" cy="2619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+mn-lt"/>
                <a:ea typeface="굴림" pitchFamily="50" charset="-127"/>
              </a:defRPr>
            </a:lvl1pPr>
          </a:lstStyle>
          <a:p>
            <a:pPr>
              <a:defRPr/>
            </a:pPr>
            <a:fld id="{7EE949F0-F56D-447C-9889-EA31F7E24327}" type="slidenum">
              <a:rPr lang="en-US" altLang="ko-KR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ko-KR" dirty="0">
              <a:solidFill>
                <a:srgbClr val="000000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77" r:id="rId1"/>
  </p:sldLayoutIdLst>
  <p:hf hdr="0" ftr="0" dt="0"/>
  <p:txStyles>
    <p:titleStyle>
      <a:lvl1pPr algn="l" rtl="0" eaLnBrk="0" fontAlgn="base" latinLnBrk="1" hangingPunct="0">
        <a:spcBef>
          <a:spcPct val="0"/>
        </a:spcBef>
        <a:spcAft>
          <a:spcPct val="0"/>
        </a:spcAft>
        <a:defRPr kumimoji="1" sz="2000" b="1">
          <a:solidFill>
            <a:srgbClr val="333333"/>
          </a:solidFill>
          <a:latin typeface="맑은 고딕" pitchFamily="50" charset="-127"/>
          <a:ea typeface="맑은 고딕" pitchFamily="50" charset="-127"/>
          <a:cs typeface="+mj-cs"/>
        </a:defRPr>
      </a:lvl1pPr>
      <a:lvl2pPr algn="l" rtl="0" eaLnBrk="0" fontAlgn="base" latinLnBrk="1" hangingPunct="0">
        <a:spcBef>
          <a:spcPct val="0"/>
        </a:spcBef>
        <a:spcAft>
          <a:spcPct val="0"/>
        </a:spcAft>
        <a:defRPr kumimoji="1" sz="2000" b="1">
          <a:solidFill>
            <a:srgbClr val="333333"/>
          </a:solidFill>
          <a:latin typeface="나눔고딕 ExtraBold" pitchFamily="50" charset="-127"/>
          <a:ea typeface="나눔고딕 ExtraBold" pitchFamily="50" charset="-127"/>
        </a:defRPr>
      </a:lvl2pPr>
      <a:lvl3pPr algn="l" rtl="0" eaLnBrk="0" fontAlgn="base" latinLnBrk="1" hangingPunct="0">
        <a:spcBef>
          <a:spcPct val="0"/>
        </a:spcBef>
        <a:spcAft>
          <a:spcPct val="0"/>
        </a:spcAft>
        <a:defRPr kumimoji="1" sz="2000" b="1">
          <a:solidFill>
            <a:srgbClr val="333333"/>
          </a:solidFill>
          <a:latin typeface="나눔고딕 ExtraBold" pitchFamily="50" charset="-127"/>
          <a:ea typeface="나눔고딕 ExtraBold" pitchFamily="50" charset="-127"/>
        </a:defRPr>
      </a:lvl3pPr>
      <a:lvl4pPr algn="l" rtl="0" eaLnBrk="0" fontAlgn="base" latinLnBrk="1" hangingPunct="0">
        <a:spcBef>
          <a:spcPct val="0"/>
        </a:spcBef>
        <a:spcAft>
          <a:spcPct val="0"/>
        </a:spcAft>
        <a:defRPr kumimoji="1" sz="2000" b="1">
          <a:solidFill>
            <a:srgbClr val="333333"/>
          </a:solidFill>
          <a:latin typeface="나눔고딕 ExtraBold" pitchFamily="50" charset="-127"/>
          <a:ea typeface="나눔고딕 ExtraBold" pitchFamily="50" charset="-127"/>
        </a:defRPr>
      </a:lvl4pPr>
      <a:lvl5pPr algn="l" rtl="0" eaLnBrk="0" fontAlgn="base" latinLnBrk="1" hangingPunct="0">
        <a:spcBef>
          <a:spcPct val="0"/>
        </a:spcBef>
        <a:spcAft>
          <a:spcPct val="0"/>
        </a:spcAft>
        <a:defRPr kumimoji="1" sz="2000" b="1">
          <a:solidFill>
            <a:srgbClr val="333333"/>
          </a:solidFill>
          <a:latin typeface="나눔고딕 ExtraBold" pitchFamily="50" charset="-127"/>
          <a:ea typeface="나눔고딕 ExtraBold" pitchFamily="50" charset="-127"/>
        </a:defRPr>
      </a:lvl5pPr>
      <a:lvl6pPr marL="457200" algn="l" rtl="0" fontAlgn="base" latinLnBrk="1">
        <a:spcBef>
          <a:spcPct val="0"/>
        </a:spcBef>
        <a:spcAft>
          <a:spcPct val="0"/>
        </a:spcAft>
        <a:defRPr kumimoji="1" sz="2000">
          <a:solidFill>
            <a:srgbClr val="333333"/>
          </a:solidFill>
          <a:latin typeface="-2002" pitchFamily="18" charset="-127"/>
          <a:ea typeface="-2002" pitchFamily="18" charset="-127"/>
        </a:defRPr>
      </a:lvl6pPr>
      <a:lvl7pPr marL="914400" algn="l" rtl="0" fontAlgn="base" latinLnBrk="1">
        <a:spcBef>
          <a:spcPct val="0"/>
        </a:spcBef>
        <a:spcAft>
          <a:spcPct val="0"/>
        </a:spcAft>
        <a:defRPr kumimoji="1" sz="2000">
          <a:solidFill>
            <a:srgbClr val="333333"/>
          </a:solidFill>
          <a:latin typeface="-2002" pitchFamily="18" charset="-127"/>
          <a:ea typeface="-2002" pitchFamily="18" charset="-127"/>
        </a:defRPr>
      </a:lvl7pPr>
      <a:lvl8pPr marL="1371600" algn="l" rtl="0" fontAlgn="base" latinLnBrk="1">
        <a:spcBef>
          <a:spcPct val="0"/>
        </a:spcBef>
        <a:spcAft>
          <a:spcPct val="0"/>
        </a:spcAft>
        <a:defRPr kumimoji="1" sz="2000">
          <a:solidFill>
            <a:srgbClr val="333333"/>
          </a:solidFill>
          <a:latin typeface="-2002" pitchFamily="18" charset="-127"/>
          <a:ea typeface="-2002" pitchFamily="18" charset="-127"/>
        </a:defRPr>
      </a:lvl8pPr>
      <a:lvl9pPr marL="1828800" algn="l" rtl="0" fontAlgn="base" latinLnBrk="1">
        <a:spcBef>
          <a:spcPct val="0"/>
        </a:spcBef>
        <a:spcAft>
          <a:spcPct val="0"/>
        </a:spcAft>
        <a:defRPr kumimoji="1" sz="2000">
          <a:solidFill>
            <a:srgbClr val="333333"/>
          </a:solidFill>
          <a:latin typeface="-2002" pitchFamily="18" charset="-127"/>
          <a:ea typeface="-2002" pitchFamily="18" charset="-127"/>
        </a:defRPr>
      </a:lvl9pPr>
    </p:titleStyle>
    <p:bodyStyle>
      <a:lvl1pPr marL="0" indent="11113" algn="l" rtl="0" eaLnBrk="0" fontAlgn="base" latinLnBrk="1" hangingPunct="0">
        <a:lnSpc>
          <a:spcPct val="120000"/>
        </a:lnSpc>
        <a:spcBef>
          <a:spcPct val="20000"/>
        </a:spcBef>
        <a:spcAft>
          <a:spcPct val="0"/>
        </a:spcAft>
        <a:buClr>
          <a:schemeClr val="bg1"/>
        </a:buClr>
        <a:buFont typeface="Tahoma" pitchFamily="34" charset="0"/>
        <a:buNone/>
        <a:defRPr kumimoji="1" sz="1400" b="1">
          <a:solidFill>
            <a:srgbClr val="333333"/>
          </a:solidFill>
          <a:latin typeface="맑은 고딕" pitchFamily="50" charset="-127"/>
          <a:ea typeface="맑은 고딕" pitchFamily="50" charset="-127"/>
          <a:cs typeface="+mn-cs"/>
        </a:defRPr>
      </a:lvl1pPr>
      <a:lvl2pPr marL="531813" indent="-263525" algn="l" rtl="0" eaLnBrk="0" fontAlgn="base" latinLnBrk="1" hangingPunct="0">
        <a:spcBef>
          <a:spcPct val="20000"/>
        </a:spcBef>
        <a:spcAft>
          <a:spcPct val="0"/>
        </a:spcAft>
        <a:buClr>
          <a:srgbClr val="000000"/>
        </a:buClr>
        <a:buFont typeface="-2002" pitchFamily="18" charset="-127"/>
        <a:buAutoNum type="arabicParenR"/>
        <a:defRPr kumimoji="1" sz="1200">
          <a:solidFill>
            <a:schemeClr val="tx1"/>
          </a:solidFill>
          <a:latin typeface="맑은 고딕" pitchFamily="50" charset="-127"/>
          <a:ea typeface="맑은 고딕" pitchFamily="50" charset="-127"/>
        </a:defRPr>
      </a:lvl2pPr>
      <a:lvl3pPr marL="803275" indent="-228600" algn="l" defTabSz="803275" rtl="0" eaLnBrk="0" fontAlgn="base" latinLnBrk="1" hangingPunct="0">
        <a:spcBef>
          <a:spcPct val="20000"/>
        </a:spcBef>
        <a:spcAft>
          <a:spcPct val="0"/>
        </a:spcAft>
        <a:buClr>
          <a:srgbClr val="000000"/>
        </a:buClr>
        <a:buFont typeface="-2002" pitchFamily="18" charset="-127"/>
        <a:buAutoNum type="circleNumDbPlain"/>
        <a:tabLst>
          <a:tab pos="1160463" algn="l"/>
        </a:tabLst>
        <a:defRPr kumimoji="1" sz="1100" b="1">
          <a:solidFill>
            <a:srgbClr val="333333"/>
          </a:solidFill>
          <a:latin typeface="맑은 고딕" pitchFamily="50" charset="-127"/>
          <a:ea typeface="맑은 고딕" pitchFamily="50" charset="-127"/>
        </a:defRPr>
      </a:lvl3pPr>
      <a:lvl4pPr marL="1008063" indent="-182563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1000">
          <a:solidFill>
            <a:srgbClr val="7F7F7F"/>
          </a:solidFill>
          <a:latin typeface="맑은 고딕" pitchFamily="50" charset="-127"/>
          <a:ea typeface="맑은 고딕" pitchFamily="50" charset="-127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굴림" pitchFamily="50" charset="-127"/>
          <a:ea typeface="굴림" pitchFamily="50" charset="-127"/>
        </a:defRPr>
      </a:lvl5pPr>
      <a:lvl6pPr marL="25146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굴림" pitchFamily="50" charset="-127"/>
          <a:ea typeface="굴림" pitchFamily="50" charset="-127"/>
        </a:defRPr>
      </a:lvl6pPr>
      <a:lvl7pPr marL="29718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굴림" pitchFamily="50" charset="-127"/>
          <a:ea typeface="굴림" pitchFamily="50" charset="-127"/>
        </a:defRPr>
      </a:lvl7pPr>
      <a:lvl8pPr marL="34290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굴림" pitchFamily="50" charset="-127"/>
          <a:ea typeface="굴림" pitchFamily="50" charset="-127"/>
        </a:defRPr>
      </a:lvl8pPr>
      <a:lvl9pPr marL="38862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굴림" pitchFamily="50" charset="-127"/>
          <a:ea typeface="굴림" pitchFamily="50" charset="-127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6"/>
          <p:cNvSpPr>
            <a:spLocks noGrp="1" noChangeArrowheads="1"/>
          </p:cNvSpPr>
          <p:nvPr>
            <p:ph type="title"/>
          </p:nvPr>
        </p:nvSpPr>
        <p:spPr bwMode="auto">
          <a:xfrm>
            <a:off x="279400" y="377825"/>
            <a:ext cx="6102350" cy="274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ko-KR" dirty="0" smtClean="0"/>
              <a:t>I. </a:t>
            </a:r>
            <a:r>
              <a:rPr lang="ko-KR" altLang="en-US" dirty="0" err="1" smtClean="0"/>
              <a:t>컨텐츠</a:t>
            </a:r>
            <a:r>
              <a:rPr lang="ko-KR" altLang="en-US" dirty="0" smtClean="0"/>
              <a:t> 페이지입니다</a:t>
            </a:r>
            <a:r>
              <a:rPr lang="en-US" altLang="ko-KR" dirty="0" smtClean="0"/>
              <a:t>.</a:t>
            </a:r>
          </a:p>
        </p:txBody>
      </p:sp>
      <p:sp>
        <p:nvSpPr>
          <p:cNvPr id="4100" name="Rectangle 2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56854" y="764704"/>
            <a:ext cx="9376096" cy="64817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dirty="0" err="1" smtClean="0"/>
              <a:t>맑은고딕</a:t>
            </a:r>
            <a:r>
              <a:rPr lang="ko-KR" altLang="en-US" dirty="0" smtClean="0"/>
              <a:t> </a:t>
            </a:r>
            <a:r>
              <a:rPr lang="en-US" altLang="ko-KR" dirty="0" smtClean="0"/>
              <a:t>14pt Bold… 1995</a:t>
            </a:r>
            <a:r>
              <a:rPr lang="ko-KR" altLang="en-US" dirty="0" smtClean="0"/>
              <a:t>년 예금자보호법이 제정됨에 따라 이듬해 </a:t>
            </a:r>
            <a:r>
              <a:rPr lang="en-US" altLang="ko-KR" dirty="0" smtClean="0"/>
              <a:t>6</a:t>
            </a:r>
            <a:r>
              <a:rPr lang="ko-KR" altLang="en-US" dirty="0" smtClean="0"/>
              <a:t>월 </a:t>
            </a:r>
            <a:r>
              <a:rPr lang="en-US" altLang="ko-KR" dirty="0" smtClean="0"/>
              <a:t>1</a:t>
            </a:r>
            <a:r>
              <a:rPr lang="ko-KR" altLang="en-US" dirty="0" smtClean="0"/>
              <a:t>일 설립되어 </a:t>
            </a:r>
            <a:r>
              <a:rPr lang="en-US" altLang="ko-KR" dirty="0" smtClean="0"/>
              <a:t>1997</a:t>
            </a:r>
            <a:r>
              <a:rPr lang="ko-KR" altLang="en-US" dirty="0" smtClean="0"/>
              <a:t>년 </a:t>
            </a:r>
            <a:r>
              <a:rPr lang="en-US" altLang="ko-KR" dirty="0" smtClean="0"/>
              <a:t>1</a:t>
            </a:r>
            <a:r>
              <a:rPr lang="ko-KR" altLang="en-US" dirty="0" smtClean="0"/>
              <a:t>월 </a:t>
            </a:r>
            <a:r>
              <a:rPr lang="en-US" altLang="ko-KR" dirty="0" smtClean="0"/>
              <a:t>1</a:t>
            </a:r>
            <a:r>
              <a:rPr lang="ko-KR" altLang="en-US" dirty="0" smtClean="0"/>
              <a:t>일부터 예금보험업무를 시작한 뒤 </a:t>
            </a:r>
            <a:r>
              <a:rPr lang="en-US" altLang="ko-KR" dirty="0" smtClean="0"/>
              <a:t>1998</a:t>
            </a:r>
            <a:r>
              <a:rPr lang="ko-KR" altLang="en-US" dirty="0" smtClean="0"/>
              <a:t>년 </a:t>
            </a:r>
            <a:r>
              <a:rPr lang="en-US" altLang="ko-KR" dirty="0" smtClean="0"/>
              <a:t>4</a:t>
            </a:r>
            <a:r>
              <a:rPr lang="ko-KR" altLang="en-US" dirty="0" smtClean="0"/>
              <a:t>월 </a:t>
            </a:r>
            <a:r>
              <a:rPr lang="en-US" altLang="ko-KR" dirty="0" smtClean="0"/>
              <a:t>1</a:t>
            </a:r>
            <a:r>
              <a:rPr lang="ko-KR" altLang="en-US" dirty="0" smtClean="0"/>
              <a:t>일</a:t>
            </a:r>
            <a:r>
              <a:rPr lang="en-US" altLang="ko-KR" dirty="0" smtClean="0"/>
              <a:t>, </a:t>
            </a:r>
            <a:r>
              <a:rPr lang="ko-KR" altLang="en-US" dirty="0" smtClean="0"/>
              <a:t>각 금융권의 예금보험기금을 통합해 통합예금보험공사로 출범하였다</a:t>
            </a:r>
            <a:r>
              <a:rPr lang="en-US" altLang="ko-KR" dirty="0" smtClean="0"/>
              <a:t>.</a:t>
            </a:r>
            <a:endParaRPr lang="ko-KR" altLang="en-US" dirty="0" smtClean="0"/>
          </a:p>
        </p:txBody>
      </p:sp>
      <p:sp>
        <p:nvSpPr>
          <p:cNvPr id="4124" name="Line 28"/>
          <p:cNvSpPr>
            <a:spLocks noChangeShapeType="1"/>
          </p:cNvSpPr>
          <p:nvPr userDrawn="1"/>
        </p:nvSpPr>
        <p:spPr bwMode="auto">
          <a:xfrm>
            <a:off x="273050" y="6524625"/>
            <a:ext cx="9359900" cy="0"/>
          </a:xfrm>
          <a:prstGeom prst="line">
            <a:avLst/>
          </a:prstGeom>
          <a:noFill/>
          <a:ln w="6350">
            <a:solidFill>
              <a:srgbClr val="333333"/>
            </a:solidFill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ko-KR" altLang="en-US">
              <a:solidFill>
                <a:srgbClr val="000000"/>
              </a:solidFill>
              <a:latin typeface="굴림" pitchFamily="50" charset="-127"/>
              <a:ea typeface="굴림" pitchFamily="50" charset="-127"/>
            </a:endParaRPr>
          </a:p>
        </p:txBody>
      </p:sp>
      <p:sp>
        <p:nvSpPr>
          <p:cNvPr id="13" name="Line 28"/>
          <p:cNvSpPr>
            <a:spLocks noChangeShapeType="1"/>
          </p:cNvSpPr>
          <p:nvPr userDrawn="1"/>
        </p:nvSpPr>
        <p:spPr bwMode="auto">
          <a:xfrm>
            <a:off x="273050" y="712788"/>
            <a:ext cx="9359900" cy="0"/>
          </a:xfrm>
          <a:prstGeom prst="line">
            <a:avLst/>
          </a:prstGeom>
          <a:noFill/>
          <a:ln w="6350">
            <a:solidFill>
              <a:srgbClr val="333333"/>
            </a:solidFill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ko-KR" altLang="en-US">
              <a:solidFill>
                <a:srgbClr val="000000"/>
              </a:solidFill>
              <a:latin typeface="굴림" pitchFamily="50" charset="-127"/>
              <a:ea typeface="굴림" pitchFamily="50" charset="-127"/>
            </a:endParaRPr>
          </a:p>
        </p:txBody>
      </p:sp>
      <p:sp>
        <p:nvSpPr>
          <p:cNvPr id="12" name="Rectangle 10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915399" y="6588125"/>
            <a:ext cx="796925" cy="2619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+mn-lt"/>
                <a:ea typeface="굴림" pitchFamily="50" charset="-127"/>
              </a:defRPr>
            </a:lvl1pPr>
          </a:lstStyle>
          <a:p>
            <a:pPr>
              <a:defRPr/>
            </a:pPr>
            <a:fld id="{7EE949F0-F56D-447C-9889-EA31F7E24327}" type="slidenum">
              <a:rPr lang="en-US" altLang="ko-KR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ko-KR" dirty="0">
              <a:solidFill>
                <a:srgbClr val="000000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79" r:id="rId1"/>
  </p:sldLayoutIdLst>
  <p:hf hdr="0" ftr="0" dt="0"/>
  <p:txStyles>
    <p:titleStyle>
      <a:lvl1pPr algn="l" rtl="0" eaLnBrk="0" fontAlgn="base" latinLnBrk="1" hangingPunct="0">
        <a:spcBef>
          <a:spcPct val="0"/>
        </a:spcBef>
        <a:spcAft>
          <a:spcPct val="0"/>
        </a:spcAft>
        <a:defRPr kumimoji="1" sz="2000" b="1">
          <a:solidFill>
            <a:srgbClr val="333333"/>
          </a:solidFill>
          <a:latin typeface="맑은 고딕" pitchFamily="50" charset="-127"/>
          <a:ea typeface="맑은 고딕" pitchFamily="50" charset="-127"/>
          <a:cs typeface="+mj-cs"/>
        </a:defRPr>
      </a:lvl1pPr>
      <a:lvl2pPr algn="l" rtl="0" eaLnBrk="0" fontAlgn="base" latinLnBrk="1" hangingPunct="0">
        <a:spcBef>
          <a:spcPct val="0"/>
        </a:spcBef>
        <a:spcAft>
          <a:spcPct val="0"/>
        </a:spcAft>
        <a:defRPr kumimoji="1" sz="2000" b="1">
          <a:solidFill>
            <a:srgbClr val="333333"/>
          </a:solidFill>
          <a:latin typeface="나눔고딕 ExtraBold" pitchFamily="50" charset="-127"/>
          <a:ea typeface="나눔고딕 ExtraBold" pitchFamily="50" charset="-127"/>
        </a:defRPr>
      </a:lvl2pPr>
      <a:lvl3pPr algn="l" rtl="0" eaLnBrk="0" fontAlgn="base" latinLnBrk="1" hangingPunct="0">
        <a:spcBef>
          <a:spcPct val="0"/>
        </a:spcBef>
        <a:spcAft>
          <a:spcPct val="0"/>
        </a:spcAft>
        <a:defRPr kumimoji="1" sz="2000" b="1">
          <a:solidFill>
            <a:srgbClr val="333333"/>
          </a:solidFill>
          <a:latin typeface="나눔고딕 ExtraBold" pitchFamily="50" charset="-127"/>
          <a:ea typeface="나눔고딕 ExtraBold" pitchFamily="50" charset="-127"/>
        </a:defRPr>
      </a:lvl3pPr>
      <a:lvl4pPr algn="l" rtl="0" eaLnBrk="0" fontAlgn="base" latinLnBrk="1" hangingPunct="0">
        <a:spcBef>
          <a:spcPct val="0"/>
        </a:spcBef>
        <a:spcAft>
          <a:spcPct val="0"/>
        </a:spcAft>
        <a:defRPr kumimoji="1" sz="2000" b="1">
          <a:solidFill>
            <a:srgbClr val="333333"/>
          </a:solidFill>
          <a:latin typeface="나눔고딕 ExtraBold" pitchFamily="50" charset="-127"/>
          <a:ea typeface="나눔고딕 ExtraBold" pitchFamily="50" charset="-127"/>
        </a:defRPr>
      </a:lvl4pPr>
      <a:lvl5pPr algn="l" rtl="0" eaLnBrk="0" fontAlgn="base" latinLnBrk="1" hangingPunct="0">
        <a:spcBef>
          <a:spcPct val="0"/>
        </a:spcBef>
        <a:spcAft>
          <a:spcPct val="0"/>
        </a:spcAft>
        <a:defRPr kumimoji="1" sz="2000" b="1">
          <a:solidFill>
            <a:srgbClr val="333333"/>
          </a:solidFill>
          <a:latin typeface="나눔고딕 ExtraBold" pitchFamily="50" charset="-127"/>
          <a:ea typeface="나눔고딕 ExtraBold" pitchFamily="50" charset="-127"/>
        </a:defRPr>
      </a:lvl5pPr>
      <a:lvl6pPr marL="457200" algn="l" rtl="0" fontAlgn="base" latinLnBrk="1">
        <a:spcBef>
          <a:spcPct val="0"/>
        </a:spcBef>
        <a:spcAft>
          <a:spcPct val="0"/>
        </a:spcAft>
        <a:defRPr kumimoji="1" sz="2000">
          <a:solidFill>
            <a:srgbClr val="333333"/>
          </a:solidFill>
          <a:latin typeface="-2002" pitchFamily="18" charset="-127"/>
          <a:ea typeface="-2002" pitchFamily="18" charset="-127"/>
        </a:defRPr>
      </a:lvl6pPr>
      <a:lvl7pPr marL="914400" algn="l" rtl="0" fontAlgn="base" latinLnBrk="1">
        <a:spcBef>
          <a:spcPct val="0"/>
        </a:spcBef>
        <a:spcAft>
          <a:spcPct val="0"/>
        </a:spcAft>
        <a:defRPr kumimoji="1" sz="2000">
          <a:solidFill>
            <a:srgbClr val="333333"/>
          </a:solidFill>
          <a:latin typeface="-2002" pitchFamily="18" charset="-127"/>
          <a:ea typeface="-2002" pitchFamily="18" charset="-127"/>
        </a:defRPr>
      </a:lvl7pPr>
      <a:lvl8pPr marL="1371600" algn="l" rtl="0" fontAlgn="base" latinLnBrk="1">
        <a:spcBef>
          <a:spcPct val="0"/>
        </a:spcBef>
        <a:spcAft>
          <a:spcPct val="0"/>
        </a:spcAft>
        <a:defRPr kumimoji="1" sz="2000">
          <a:solidFill>
            <a:srgbClr val="333333"/>
          </a:solidFill>
          <a:latin typeface="-2002" pitchFamily="18" charset="-127"/>
          <a:ea typeface="-2002" pitchFamily="18" charset="-127"/>
        </a:defRPr>
      </a:lvl8pPr>
      <a:lvl9pPr marL="1828800" algn="l" rtl="0" fontAlgn="base" latinLnBrk="1">
        <a:spcBef>
          <a:spcPct val="0"/>
        </a:spcBef>
        <a:spcAft>
          <a:spcPct val="0"/>
        </a:spcAft>
        <a:defRPr kumimoji="1" sz="2000">
          <a:solidFill>
            <a:srgbClr val="333333"/>
          </a:solidFill>
          <a:latin typeface="-2002" pitchFamily="18" charset="-127"/>
          <a:ea typeface="-2002" pitchFamily="18" charset="-127"/>
        </a:defRPr>
      </a:lvl9pPr>
    </p:titleStyle>
    <p:bodyStyle>
      <a:lvl1pPr marL="0" indent="11113" algn="l" rtl="0" eaLnBrk="0" fontAlgn="base" latinLnBrk="1" hangingPunct="0">
        <a:lnSpc>
          <a:spcPct val="120000"/>
        </a:lnSpc>
        <a:spcBef>
          <a:spcPct val="20000"/>
        </a:spcBef>
        <a:spcAft>
          <a:spcPct val="0"/>
        </a:spcAft>
        <a:buClr>
          <a:schemeClr val="bg1"/>
        </a:buClr>
        <a:buFont typeface="Tahoma" pitchFamily="34" charset="0"/>
        <a:buNone/>
        <a:defRPr kumimoji="1" sz="1400" b="1">
          <a:solidFill>
            <a:srgbClr val="333333"/>
          </a:solidFill>
          <a:latin typeface="맑은 고딕" pitchFamily="50" charset="-127"/>
          <a:ea typeface="맑은 고딕" pitchFamily="50" charset="-127"/>
          <a:cs typeface="+mn-cs"/>
        </a:defRPr>
      </a:lvl1pPr>
      <a:lvl2pPr marL="531813" indent="-263525" algn="l" rtl="0" eaLnBrk="0" fontAlgn="base" latinLnBrk="1" hangingPunct="0">
        <a:spcBef>
          <a:spcPct val="20000"/>
        </a:spcBef>
        <a:spcAft>
          <a:spcPct val="0"/>
        </a:spcAft>
        <a:buClr>
          <a:srgbClr val="000000"/>
        </a:buClr>
        <a:buFont typeface="-2002" pitchFamily="18" charset="-127"/>
        <a:buAutoNum type="arabicParenR"/>
        <a:defRPr kumimoji="1" sz="1200">
          <a:solidFill>
            <a:schemeClr val="tx1"/>
          </a:solidFill>
          <a:latin typeface="맑은 고딕" pitchFamily="50" charset="-127"/>
          <a:ea typeface="맑은 고딕" pitchFamily="50" charset="-127"/>
        </a:defRPr>
      </a:lvl2pPr>
      <a:lvl3pPr marL="803275" indent="-228600" algn="l" defTabSz="803275" rtl="0" eaLnBrk="0" fontAlgn="base" latinLnBrk="1" hangingPunct="0">
        <a:spcBef>
          <a:spcPct val="20000"/>
        </a:spcBef>
        <a:spcAft>
          <a:spcPct val="0"/>
        </a:spcAft>
        <a:buClr>
          <a:srgbClr val="000000"/>
        </a:buClr>
        <a:buFont typeface="-2002" pitchFamily="18" charset="-127"/>
        <a:buAutoNum type="circleNumDbPlain"/>
        <a:tabLst>
          <a:tab pos="1160463" algn="l"/>
        </a:tabLst>
        <a:defRPr kumimoji="1" sz="1100" b="1">
          <a:solidFill>
            <a:srgbClr val="333333"/>
          </a:solidFill>
          <a:latin typeface="맑은 고딕" pitchFamily="50" charset="-127"/>
          <a:ea typeface="맑은 고딕" pitchFamily="50" charset="-127"/>
        </a:defRPr>
      </a:lvl3pPr>
      <a:lvl4pPr marL="1008063" indent="-182563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1000">
          <a:solidFill>
            <a:srgbClr val="7F7F7F"/>
          </a:solidFill>
          <a:latin typeface="맑은 고딕" pitchFamily="50" charset="-127"/>
          <a:ea typeface="맑은 고딕" pitchFamily="50" charset="-127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굴림" pitchFamily="50" charset="-127"/>
          <a:ea typeface="굴림" pitchFamily="50" charset="-127"/>
        </a:defRPr>
      </a:lvl5pPr>
      <a:lvl6pPr marL="25146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굴림" pitchFamily="50" charset="-127"/>
          <a:ea typeface="굴림" pitchFamily="50" charset="-127"/>
        </a:defRPr>
      </a:lvl6pPr>
      <a:lvl7pPr marL="29718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굴림" pitchFamily="50" charset="-127"/>
          <a:ea typeface="굴림" pitchFamily="50" charset="-127"/>
        </a:defRPr>
      </a:lvl7pPr>
      <a:lvl8pPr marL="34290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굴림" pitchFamily="50" charset="-127"/>
          <a:ea typeface="굴림" pitchFamily="50" charset="-127"/>
        </a:defRPr>
      </a:lvl8pPr>
      <a:lvl9pPr marL="38862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굴림" pitchFamily="50" charset="-127"/>
          <a:ea typeface="굴림" pitchFamily="50" charset="-127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Relationship Id="rId4" Type="http://schemas.microsoft.com/office/2007/relationships/hdphoto" Target="../media/hdphoto1.wdp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Relationship Id="rId4" Type="http://schemas.microsoft.com/office/2007/relationships/hdphoto" Target="../media/hdphoto1.wdp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Relationship Id="rId4" Type="http://schemas.microsoft.com/office/2007/relationships/hdphoto" Target="../media/hdphoto1.wdp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pPr>
              <a:lnSpc>
                <a:spcPct val="120000"/>
              </a:lnSpc>
            </a:pPr>
            <a:r>
              <a:rPr lang="ko-KR" altLang="en-US" dirty="0" smtClean="0"/>
              <a:t>데이터 </a:t>
            </a:r>
            <a:r>
              <a:rPr lang="ko-KR" altLang="en-US" dirty="0" smtClean="0"/>
              <a:t>탐색</a:t>
            </a:r>
            <a:r>
              <a:rPr lang="en-US" altLang="ko-KR" dirty="0" smtClean="0"/>
              <a:t>1</a:t>
            </a:r>
            <a:endParaRPr lang="ko-KR" altLang="en-US" sz="2000" b="1" dirty="0"/>
          </a:p>
        </p:txBody>
      </p:sp>
      <p:sp>
        <p:nvSpPr>
          <p:cNvPr id="2" name="TextBox 1"/>
          <p:cNvSpPr txBox="1"/>
          <p:nvPr/>
        </p:nvSpPr>
        <p:spPr>
          <a:xfrm>
            <a:off x="7488215" y="4170566"/>
            <a:ext cx="99738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altLang="ko-KR" sz="1600" dirty="0" smtClean="0">
                <a:latin typeface="나눔고딕" pitchFamily="50" charset="-127"/>
                <a:ea typeface="나눔고딕" pitchFamily="50" charset="-127"/>
              </a:rPr>
              <a:t>2025.05</a:t>
            </a:r>
            <a:endParaRPr lang="ko-KR" altLang="en-US" sz="1600" dirty="0">
              <a:latin typeface="나눔고딕" pitchFamily="50" charset="-127"/>
              <a:ea typeface="나눔고딕" pitchFamily="50" charset="-127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내용 개체 틀 4"/>
          <p:cNvSpPr>
            <a:spLocks noGrp="1"/>
          </p:cNvSpPr>
          <p:nvPr>
            <p:ph idx="1"/>
          </p:nvPr>
        </p:nvSpPr>
        <p:spPr>
          <a:xfrm>
            <a:off x="560512" y="1373857"/>
            <a:ext cx="9145016" cy="4143375"/>
          </a:xfrm>
        </p:spPr>
        <p:txBody>
          <a:bodyPr/>
          <a:lstStyle/>
          <a:p>
            <a:pPr marL="0" indent="0">
              <a:lnSpc>
                <a:spcPct val="150000"/>
              </a:lnSpc>
              <a:buNone/>
            </a:pPr>
            <a:r>
              <a:rPr lang="en-US" altLang="ko-KR" sz="1400" dirty="0" smtClean="0">
                <a:solidFill>
                  <a:schemeClr val="bg1">
                    <a:lumMod val="50000"/>
                  </a:schemeClr>
                </a:solidFill>
              </a:rPr>
              <a:t># </a:t>
            </a:r>
            <a:r>
              <a:rPr lang="ko-KR" altLang="en-US" sz="1400" dirty="0" smtClean="0">
                <a:solidFill>
                  <a:schemeClr val="bg1">
                    <a:lumMod val="50000"/>
                  </a:schemeClr>
                </a:solidFill>
              </a:rPr>
              <a:t>예측 타겟 중 </a:t>
            </a:r>
            <a:r>
              <a:rPr lang="en-US" altLang="ko-KR" sz="1400" dirty="0" smtClean="0">
                <a:solidFill>
                  <a:schemeClr val="bg1">
                    <a:lumMod val="50000"/>
                  </a:schemeClr>
                </a:solidFill>
              </a:rPr>
              <a:t>F1 </a:t>
            </a:r>
            <a:r>
              <a:rPr lang="ko-KR" altLang="en-US" sz="1400" dirty="0" smtClean="0">
                <a:solidFill>
                  <a:schemeClr val="bg1">
                    <a:lumMod val="50000"/>
                  </a:schemeClr>
                </a:solidFill>
              </a:rPr>
              <a:t>점수가 낮은 </a:t>
            </a:r>
            <a:r>
              <a:rPr lang="en-US" altLang="ko-KR" sz="1400" dirty="0" smtClean="0">
                <a:solidFill>
                  <a:schemeClr val="bg1">
                    <a:lumMod val="50000"/>
                  </a:schemeClr>
                </a:solidFill>
              </a:rPr>
              <a:t>Q1, S1 </a:t>
            </a:r>
            <a:r>
              <a:rPr lang="ko-KR" altLang="en-US" sz="1400" dirty="0" smtClean="0">
                <a:solidFill>
                  <a:schemeClr val="bg1">
                    <a:lumMod val="50000"/>
                  </a:schemeClr>
                </a:solidFill>
              </a:rPr>
              <a:t>탐색</a:t>
            </a:r>
            <a:endParaRPr lang="en-US" altLang="ko-KR" sz="1400" dirty="0" smtClean="0">
              <a:solidFill>
                <a:schemeClr val="bg1">
                  <a:lumMod val="50000"/>
                </a:schemeClr>
              </a:solidFill>
            </a:endParaRPr>
          </a:p>
          <a:p>
            <a:pPr marL="400050" indent="-400050">
              <a:lnSpc>
                <a:spcPct val="150000"/>
              </a:lnSpc>
              <a:buAutoNum type="romanUcPeriod"/>
            </a:pPr>
            <a:r>
              <a:rPr lang="ko-KR" altLang="en-US" sz="1600" dirty="0" smtClean="0"/>
              <a:t>타겟 데이터 탐색 </a:t>
            </a:r>
            <a:r>
              <a:rPr lang="en-US" altLang="ko-KR" sz="1600" dirty="0" smtClean="0"/>
              <a:t>- Q1 </a:t>
            </a:r>
          </a:p>
          <a:p>
            <a:pPr marL="400050" indent="-400050">
              <a:lnSpc>
                <a:spcPct val="150000"/>
              </a:lnSpc>
              <a:buFontTx/>
              <a:buAutoNum type="romanUcPeriod"/>
            </a:pPr>
            <a:r>
              <a:rPr lang="ko-KR" altLang="en-US" sz="1600" dirty="0"/>
              <a:t>타겟 데이터 탐색 </a:t>
            </a:r>
            <a:r>
              <a:rPr lang="en-US" altLang="ko-KR" sz="1600" dirty="0" smtClean="0"/>
              <a:t>- S1 </a:t>
            </a:r>
          </a:p>
          <a:p>
            <a:pPr marL="400050" indent="-400050">
              <a:lnSpc>
                <a:spcPct val="150000"/>
              </a:lnSpc>
              <a:buFontTx/>
              <a:buAutoNum type="romanUcPeriod"/>
            </a:pPr>
            <a:r>
              <a:rPr lang="en-US" altLang="ko-KR" sz="1600" dirty="0" smtClean="0"/>
              <a:t>{</a:t>
            </a:r>
            <a:r>
              <a:rPr lang="ko-KR" altLang="en-US" sz="1600" dirty="0" smtClean="0"/>
              <a:t>블루투스</a:t>
            </a:r>
            <a:r>
              <a:rPr lang="en-US" altLang="ko-KR" sz="1600" dirty="0" smtClean="0"/>
              <a:t>, </a:t>
            </a:r>
            <a:r>
              <a:rPr lang="en-US" altLang="ko-KR" sz="1600" dirty="0" err="1" smtClean="0"/>
              <a:t>wifi</a:t>
            </a:r>
            <a:r>
              <a:rPr lang="en-US" altLang="ko-KR" sz="1600" dirty="0" smtClean="0"/>
              <a:t>}</a:t>
            </a:r>
            <a:r>
              <a:rPr lang="ko-KR" altLang="en-US" sz="1600" dirty="0" smtClean="0"/>
              <a:t>와 같은 </a:t>
            </a:r>
            <a:r>
              <a:rPr lang="ko-KR" altLang="en-US" sz="1600" dirty="0" err="1" smtClean="0"/>
              <a:t>기기신호와</a:t>
            </a:r>
            <a:r>
              <a:rPr lang="ko-KR" altLang="en-US" sz="1600" dirty="0" smtClean="0"/>
              <a:t> 타겟과의 상관관계 분석</a:t>
            </a:r>
            <a:endParaRPr lang="en-US" altLang="ko-KR" sz="1600" dirty="0"/>
          </a:p>
          <a:p>
            <a:pPr marL="400050" indent="-400050">
              <a:lnSpc>
                <a:spcPct val="150000"/>
              </a:lnSpc>
              <a:buFontTx/>
              <a:buAutoNum type="romanUcPeriod"/>
            </a:pPr>
            <a:r>
              <a:rPr lang="en-US" altLang="ko-KR" sz="1600" dirty="0" smtClean="0"/>
              <a:t>{</a:t>
            </a:r>
            <a:r>
              <a:rPr lang="ko-KR" altLang="en-US" sz="1600" dirty="0" smtClean="0"/>
              <a:t>과도한 기기 사용</a:t>
            </a:r>
            <a:r>
              <a:rPr lang="en-US" altLang="ko-KR" sz="1600" dirty="0" smtClean="0"/>
              <a:t>}</a:t>
            </a:r>
            <a:r>
              <a:rPr lang="ko-KR" altLang="en-US" sz="1600" dirty="0" smtClean="0"/>
              <a:t>과 </a:t>
            </a:r>
            <a:r>
              <a:rPr lang="ko-KR" altLang="en-US" sz="1600" dirty="0"/>
              <a:t>타겟과의 상관관계 </a:t>
            </a:r>
            <a:r>
              <a:rPr lang="ko-KR" altLang="en-US" sz="1600" dirty="0" smtClean="0"/>
              <a:t>분석</a:t>
            </a:r>
            <a:endParaRPr lang="en-US" altLang="ko-KR" sz="1600" dirty="0" smtClean="0"/>
          </a:p>
          <a:p>
            <a:pPr marL="400050" indent="-400050">
              <a:lnSpc>
                <a:spcPct val="150000"/>
              </a:lnSpc>
              <a:buFontTx/>
              <a:buAutoNum type="romanUcPeriod"/>
            </a:pPr>
            <a:r>
              <a:rPr lang="en-US" altLang="ko-KR" sz="1600" dirty="0" smtClean="0"/>
              <a:t>{</a:t>
            </a:r>
            <a:r>
              <a:rPr lang="en-US" altLang="ko-KR" sz="1600" dirty="0" err="1" smtClean="0"/>
              <a:t>Sleeptime</a:t>
            </a:r>
            <a:r>
              <a:rPr lang="en-US" altLang="ko-KR" sz="1600" dirty="0" smtClean="0"/>
              <a:t>(00-05)</a:t>
            </a:r>
            <a:r>
              <a:rPr lang="ko-KR" altLang="en-US" sz="1600" dirty="0" smtClean="0"/>
              <a:t>에 행동</a:t>
            </a:r>
            <a:r>
              <a:rPr lang="en-US" altLang="ko-KR" sz="1600" dirty="0" smtClean="0"/>
              <a:t>(</a:t>
            </a:r>
            <a:r>
              <a:rPr lang="ko-KR" altLang="en-US" sz="1600" dirty="0" err="1" smtClean="0"/>
              <a:t>주변소음</a:t>
            </a:r>
            <a:r>
              <a:rPr lang="en-US" altLang="ko-KR" sz="1600" dirty="0" smtClean="0"/>
              <a:t>, </a:t>
            </a:r>
            <a:r>
              <a:rPr lang="ko-KR" altLang="en-US" sz="1600" dirty="0" err="1" smtClean="0"/>
              <a:t>코골이</a:t>
            </a:r>
            <a:r>
              <a:rPr lang="en-US" altLang="ko-KR" sz="1600" dirty="0" smtClean="0"/>
              <a:t>, </a:t>
            </a:r>
            <a:r>
              <a:rPr lang="ko-KR" altLang="en-US" sz="1600" dirty="0" smtClean="0"/>
              <a:t>뒤척임</a:t>
            </a:r>
            <a:r>
              <a:rPr lang="en-US" altLang="ko-KR" sz="1600" dirty="0" smtClean="0"/>
              <a:t>, </a:t>
            </a:r>
            <a:r>
              <a:rPr lang="ko-KR" altLang="en-US" sz="1600" dirty="0" err="1" smtClean="0"/>
              <a:t>새벽화장실</a:t>
            </a:r>
            <a:r>
              <a:rPr lang="en-US" altLang="ko-KR" sz="1600" dirty="0" smtClean="0"/>
              <a:t>)}</a:t>
            </a:r>
            <a:r>
              <a:rPr lang="ko-KR" altLang="en-US" sz="1600" dirty="0" smtClean="0"/>
              <a:t>과 </a:t>
            </a:r>
            <a:r>
              <a:rPr lang="ko-KR" altLang="en-US" sz="1600" dirty="0"/>
              <a:t>타겟과의 상관관계 </a:t>
            </a:r>
            <a:r>
              <a:rPr lang="ko-KR" altLang="en-US" sz="1600" dirty="0" smtClean="0"/>
              <a:t>분석</a:t>
            </a:r>
            <a:endParaRPr lang="en-US" altLang="ko-KR" sz="1600" dirty="0" smtClean="0"/>
          </a:p>
          <a:p>
            <a:pPr marL="400050" indent="-400050">
              <a:lnSpc>
                <a:spcPct val="150000"/>
              </a:lnSpc>
              <a:buFontTx/>
              <a:buAutoNum type="romanUcPeriod"/>
            </a:pPr>
            <a:r>
              <a:rPr lang="en-US" altLang="ko-KR" sz="1600" dirty="0" smtClean="0"/>
              <a:t>{</a:t>
            </a:r>
            <a:r>
              <a:rPr lang="ko-KR" altLang="en-US" sz="1600" dirty="0" smtClean="0"/>
              <a:t>운동</a:t>
            </a:r>
            <a:r>
              <a:rPr lang="en-US" altLang="ko-KR" sz="1600" dirty="0" smtClean="0"/>
              <a:t>(</a:t>
            </a:r>
            <a:r>
              <a:rPr lang="ko-KR" altLang="en-US" sz="1600" dirty="0" err="1" smtClean="0"/>
              <a:t>걸음수</a:t>
            </a:r>
            <a:r>
              <a:rPr lang="ko-KR" altLang="en-US" sz="1600" dirty="0" smtClean="0"/>
              <a:t> 등</a:t>
            </a:r>
            <a:r>
              <a:rPr lang="en-US" altLang="ko-KR" sz="1600" dirty="0" smtClean="0"/>
              <a:t>)}</a:t>
            </a:r>
            <a:r>
              <a:rPr lang="ko-KR" altLang="en-US" sz="1600" dirty="0" smtClean="0"/>
              <a:t>과 타겟과의 상관관계 분석 </a:t>
            </a:r>
            <a:endParaRPr lang="en-US" altLang="ko-KR" sz="1600" dirty="0" smtClean="0"/>
          </a:p>
          <a:p>
            <a:pPr marL="400050" indent="-400050">
              <a:lnSpc>
                <a:spcPct val="150000"/>
              </a:lnSpc>
              <a:buFontTx/>
              <a:buAutoNum type="romanUcPeriod"/>
            </a:pPr>
            <a:r>
              <a:rPr lang="en-US" altLang="ko-KR" sz="1600" dirty="0" smtClean="0"/>
              <a:t>{</a:t>
            </a:r>
            <a:r>
              <a:rPr lang="ko-KR" altLang="en-US" sz="1600" dirty="0" err="1" smtClean="0"/>
              <a:t>심박동수</a:t>
            </a:r>
            <a:r>
              <a:rPr lang="en-US" altLang="ko-KR" sz="1600" dirty="0" smtClean="0"/>
              <a:t>}</a:t>
            </a:r>
            <a:r>
              <a:rPr lang="ko-KR" altLang="en-US" sz="1600" dirty="0" smtClean="0"/>
              <a:t>와 </a:t>
            </a:r>
            <a:r>
              <a:rPr lang="ko-KR" altLang="en-US" sz="1600" dirty="0"/>
              <a:t>타겟과의 상관관계 분석 </a:t>
            </a:r>
            <a:endParaRPr lang="en-US" altLang="ko-KR" sz="1600" dirty="0" smtClean="0"/>
          </a:p>
          <a:p>
            <a:pPr marL="400050" indent="-400050">
              <a:lnSpc>
                <a:spcPct val="150000"/>
              </a:lnSpc>
              <a:buFontTx/>
              <a:buAutoNum type="romanUcPeriod"/>
            </a:pPr>
            <a:r>
              <a:rPr lang="en-US" altLang="ko-KR" sz="1600" dirty="0" smtClean="0"/>
              <a:t>{</a:t>
            </a:r>
            <a:r>
              <a:rPr lang="ko-KR" altLang="en-US" sz="1600" dirty="0" smtClean="0"/>
              <a:t>계절</a:t>
            </a:r>
            <a:r>
              <a:rPr lang="en-US" altLang="ko-KR" sz="1600" dirty="0" smtClean="0"/>
              <a:t>/</a:t>
            </a:r>
            <a:r>
              <a:rPr lang="ko-KR" altLang="en-US" sz="1600" dirty="0" smtClean="0"/>
              <a:t>월</a:t>
            </a:r>
            <a:r>
              <a:rPr lang="en-US" altLang="ko-KR" sz="1600" dirty="0" smtClean="0"/>
              <a:t>}</a:t>
            </a:r>
            <a:r>
              <a:rPr lang="ko-KR" altLang="en-US" sz="1600" dirty="0" smtClean="0"/>
              <a:t>과 </a:t>
            </a:r>
            <a:r>
              <a:rPr lang="ko-KR" altLang="en-US" sz="1600" dirty="0"/>
              <a:t>타겟과의 상관관계 분석 </a:t>
            </a:r>
            <a:endParaRPr lang="en-US" altLang="ko-KR" sz="1600" dirty="0" smtClean="0"/>
          </a:p>
          <a:p>
            <a:pPr marL="400050" indent="-400050">
              <a:lnSpc>
                <a:spcPct val="150000"/>
              </a:lnSpc>
              <a:buFontTx/>
              <a:buAutoNum type="romanUcPeriod"/>
            </a:pPr>
            <a:r>
              <a:rPr lang="en-US" altLang="ko-KR" sz="1600" dirty="0" smtClean="0"/>
              <a:t>{</a:t>
            </a:r>
            <a:r>
              <a:rPr lang="ko-KR" altLang="en-US" sz="1600" dirty="0" smtClean="0"/>
              <a:t>주말</a:t>
            </a:r>
            <a:r>
              <a:rPr lang="en-US" altLang="ko-KR" sz="1600" dirty="0" smtClean="0"/>
              <a:t>, </a:t>
            </a:r>
            <a:r>
              <a:rPr lang="ko-KR" altLang="en-US" sz="1600" dirty="0" smtClean="0"/>
              <a:t>공휴일</a:t>
            </a:r>
            <a:r>
              <a:rPr lang="en-US" altLang="ko-KR" sz="1600" dirty="0" smtClean="0"/>
              <a:t>, </a:t>
            </a:r>
            <a:r>
              <a:rPr lang="ko-KR" altLang="en-US" sz="1600" dirty="0" smtClean="0"/>
              <a:t>휴가</a:t>
            </a:r>
            <a:r>
              <a:rPr lang="en-US" altLang="ko-KR" sz="1600" dirty="0" smtClean="0"/>
              <a:t>}</a:t>
            </a:r>
            <a:r>
              <a:rPr lang="ko-KR" altLang="en-US" sz="1600" dirty="0" smtClean="0"/>
              <a:t>와 타겟과의 상관관계 분석</a:t>
            </a:r>
            <a:endParaRPr lang="en-US" altLang="ko-KR" sz="1600" dirty="0" smtClean="0"/>
          </a:p>
          <a:p>
            <a:pPr marL="400050" indent="-400050">
              <a:lnSpc>
                <a:spcPct val="150000"/>
              </a:lnSpc>
              <a:buFontTx/>
              <a:buAutoNum type="romanUcPeriod"/>
            </a:pPr>
            <a:r>
              <a:rPr lang="ko-KR" altLang="en-US" sz="1600" dirty="0" smtClean="0"/>
              <a:t>이미지 분석  </a:t>
            </a:r>
            <a:endParaRPr lang="en-US" altLang="ko-KR" sz="1600" dirty="0"/>
          </a:p>
          <a:p>
            <a:pPr marL="400050" indent="-400050">
              <a:lnSpc>
                <a:spcPct val="150000"/>
              </a:lnSpc>
              <a:buFontTx/>
              <a:buAutoNum type="romanUcPeriod"/>
            </a:pPr>
            <a:endParaRPr lang="ko-KR" altLang="en-US" sz="1600" dirty="0"/>
          </a:p>
          <a:p>
            <a:pPr marL="400050" indent="-400050">
              <a:lnSpc>
                <a:spcPct val="150000"/>
              </a:lnSpc>
              <a:buAutoNum type="romanUcPeriod"/>
            </a:pPr>
            <a:endParaRPr lang="ko-KR" altLang="en-US" sz="1600" dirty="0" smtClean="0"/>
          </a:p>
        </p:txBody>
      </p:sp>
      <p:sp>
        <p:nvSpPr>
          <p:cNvPr id="6" name="제목 5"/>
          <p:cNvSpPr>
            <a:spLocks noGrp="1"/>
          </p:cNvSpPr>
          <p:nvPr>
            <p:ph type="title"/>
          </p:nvPr>
        </p:nvSpPr>
        <p:spPr>
          <a:xfrm>
            <a:off x="488504" y="836712"/>
            <a:ext cx="4032448" cy="360040"/>
          </a:xfrm>
        </p:spPr>
        <p:txBody>
          <a:bodyPr/>
          <a:lstStyle/>
          <a:p>
            <a:r>
              <a:rPr lang="ko-KR" altLang="en-US" sz="2400" dirty="0" smtClean="0"/>
              <a:t>목차</a:t>
            </a:r>
            <a:endParaRPr lang="ko-KR" altLang="en-US" dirty="0"/>
          </a:p>
        </p:txBody>
      </p:sp>
      <p:sp>
        <p:nvSpPr>
          <p:cNvPr id="2" name="직사각형 1"/>
          <p:cNvSpPr/>
          <p:nvPr/>
        </p:nvSpPr>
        <p:spPr>
          <a:xfrm>
            <a:off x="560512" y="1825774"/>
            <a:ext cx="4680520" cy="432048"/>
          </a:xfrm>
          <a:prstGeom prst="rect">
            <a:avLst/>
          </a:prstGeom>
          <a:solidFill>
            <a:schemeClr val="accent4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aphicFrame>
        <p:nvGraphicFramePr>
          <p:cNvPr id="10" name="표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85690237"/>
              </p:ext>
            </p:extLst>
          </p:nvPr>
        </p:nvGraphicFramePr>
        <p:xfrm>
          <a:off x="3368824" y="1772816"/>
          <a:ext cx="7992888" cy="8591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7992888">
                  <a:extLst>
                    <a:ext uri="{9D8B030D-6E8A-4147-A177-3AD203B41FA5}">
                      <a16:colId xmlns:a16="http://schemas.microsoft.com/office/drawing/2014/main" val="2100540287"/>
                    </a:ext>
                  </a:extLst>
                </a:gridCol>
              </a:tblGrid>
              <a:tr h="214785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700" u="none" strike="noStrike" dirty="0">
                          <a:effectLst/>
                        </a:rPr>
                        <a:t>[</a:t>
                      </a:r>
                      <a:r>
                        <a:rPr lang="en-US" altLang="ko-KR" sz="700" u="none" strike="noStrike" dirty="0" err="1">
                          <a:effectLst/>
                        </a:rPr>
                        <a:t>test_size</a:t>
                      </a:r>
                      <a:r>
                        <a:rPr lang="en-US" altLang="ko-KR" sz="700" u="none" strike="noStrike" dirty="0">
                          <a:effectLst/>
                        </a:rPr>
                        <a:t>=0.5] </a:t>
                      </a:r>
                      <a:r>
                        <a:rPr lang="ko-KR" altLang="en-US" sz="700" u="none" strike="noStrike" dirty="0">
                          <a:effectLst/>
                        </a:rPr>
                        <a:t>평균 </a:t>
                      </a:r>
                      <a:r>
                        <a:rPr lang="en-US" altLang="ko-KR" sz="700" u="none" strike="noStrike" dirty="0">
                          <a:effectLst/>
                        </a:rPr>
                        <a:t>F1: 0.6536 / [</a:t>
                      </a:r>
                      <a:r>
                        <a:rPr lang="ko-KR" altLang="en-US" sz="700" u="none" strike="noStrike" dirty="0">
                          <a:effectLst/>
                        </a:rPr>
                        <a:t>상세</a:t>
                      </a:r>
                      <a:r>
                        <a:rPr lang="en-US" altLang="ko-KR" sz="700" u="none" strike="noStrike" dirty="0">
                          <a:effectLst/>
                        </a:rPr>
                        <a:t>] Q1(</a:t>
                      </a:r>
                      <a:r>
                        <a:rPr lang="ko-KR" altLang="en-US" sz="700" u="none" strike="noStrike" dirty="0">
                          <a:effectLst/>
                        </a:rPr>
                        <a:t>기상직후수면질</a:t>
                      </a:r>
                      <a:r>
                        <a:rPr lang="en-US" altLang="ko-KR" sz="700" u="none" strike="noStrike" dirty="0">
                          <a:effectLst/>
                        </a:rPr>
                        <a:t>)</a:t>
                      </a:r>
                      <a:r>
                        <a:rPr lang="en-US" altLang="ko-KR" sz="7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:0.5714 </a:t>
                      </a:r>
                      <a:r>
                        <a:rPr lang="en-US" altLang="ko-KR" sz="700" u="none" strike="noStrike" dirty="0">
                          <a:effectLst/>
                        </a:rPr>
                        <a:t>Q2(</a:t>
                      </a:r>
                      <a:r>
                        <a:rPr lang="ko-KR" altLang="en-US" sz="700" u="none" strike="noStrike" dirty="0">
                          <a:effectLst/>
                        </a:rPr>
                        <a:t>취침전신체적피로</a:t>
                      </a:r>
                      <a:r>
                        <a:rPr lang="en-US" altLang="ko-KR" sz="700" u="none" strike="noStrike" dirty="0">
                          <a:effectLst/>
                        </a:rPr>
                        <a:t>):0.6549 Q3(</a:t>
                      </a:r>
                      <a:r>
                        <a:rPr lang="ko-KR" altLang="en-US" sz="700" u="none" strike="noStrike" dirty="0">
                          <a:effectLst/>
                        </a:rPr>
                        <a:t>취침전스트레스</a:t>
                      </a:r>
                      <a:r>
                        <a:rPr lang="en-US" altLang="ko-KR" sz="700" u="none" strike="noStrike" dirty="0">
                          <a:effectLst/>
                        </a:rPr>
                        <a:t>):0.7267 S2(</a:t>
                      </a:r>
                      <a:r>
                        <a:rPr lang="ko-KR" altLang="en-US" sz="700" u="none" strike="noStrike" dirty="0" err="1">
                          <a:effectLst/>
                        </a:rPr>
                        <a:t>수면효율</a:t>
                      </a:r>
                      <a:r>
                        <a:rPr lang="en-US" altLang="ko-KR" sz="700" u="none" strike="noStrike" dirty="0">
                          <a:effectLst/>
                        </a:rPr>
                        <a:t>):0.7953 S3(</a:t>
                      </a:r>
                      <a:r>
                        <a:rPr lang="ko-KR" altLang="en-US" sz="700" u="none" strike="noStrike" dirty="0">
                          <a:effectLst/>
                        </a:rPr>
                        <a:t>수면잠들기시간</a:t>
                      </a:r>
                      <a:r>
                        <a:rPr lang="en-US" altLang="ko-KR" sz="700" u="none" strike="noStrike" dirty="0">
                          <a:effectLst/>
                        </a:rPr>
                        <a:t>):0.8012 S1(S1):</a:t>
                      </a:r>
                      <a:r>
                        <a:rPr lang="en-US" altLang="ko-KR" sz="7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0.3718</a:t>
                      </a:r>
                      <a:endParaRPr lang="en-US" altLang="ko-KR" sz="700" b="0" i="0" u="none" strike="noStrike" dirty="0">
                        <a:solidFill>
                          <a:srgbClr val="FF0000"/>
                        </a:solidFill>
                        <a:effectLst/>
                        <a:latin typeface="Courier New" panose="02070309020205020404" pitchFamily="49" charset="0"/>
                        <a:ea typeface="맑은 고딕" panose="020B0503020000020004" pitchFamily="50" charset="-127"/>
                      </a:endParaRPr>
                    </a:p>
                  </a:txBody>
                  <a:tcPr marL="5933" marR="5933" marT="5933" marB="0" anchor="ctr"/>
                </a:tc>
                <a:extLst>
                  <a:ext uri="{0D108BD9-81ED-4DB2-BD59-A6C34878D82A}">
                    <a16:rowId xmlns:a16="http://schemas.microsoft.com/office/drawing/2014/main" val="1718390450"/>
                  </a:ext>
                </a:extLst>
              </a:tr>
              <a:tr h="214785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700" u="none" strike="noStrike" dirty="0">
                          <a:effectLst/>
                        </a:rPr>
                        <a:t>[</a:t>
                      </a:r>
                      <a:r>
                        <a:rPr lang="en-US" altLang="ko-KR" sz="700" u="none" strike="noStrike" dirty="0" err="1">
                          <a:effectLst/>
                        </a:rPr>
                        <a:t>test_size</a:t>
                      </a:r>
                      <a:r>
                        <a:rPr lang="en-US" altLang="ko-KR" sz="700" u="none" strike="noStrike" dirty="0">
                          <a:effectLst/>
                        </a:rPr>
                        <a:t>=0.4] </a:t>
                      </a:r>
                      <a:r>
                        <a:rPr lang="ko-KR" altLang="en-US" sz="700" u="none" strike="noStrike" dirty="0">
                          <a:effectLst/>
                        </a:rPr>
                        <a:t>평균 </a:t>
                      </a:r>
                      <a:r>
                        <a:rPr lang="en-US" altLang="ko-KR" sz="700" u="none" strike="noStrike" dirty="0">
                          <a:effectLst/>
                        </a:rPr>
                        <a:t>F1: 0.6614 / [</a:t>
                      </a:r>
                      <a:r>
                        <a:rPr lang="ko-KR" altLang="en-US" sz="700" u="none" strike="noStrike" dirty="0">
                          <a:effectLst/>
                        </a:rPr>
                        <a:t>상세</a:t>
                      </a:r>
                      <a:r>
                        <a:rPr lang="en-US" altLang="ko-KR" sz="700" u="none" strike="noStrike" dirty="0">
                          <a:effectLst/>
                        </a:rPr>
                        <a:t>] Q1(</a:t>
                      </a:r>
                      <a:r>
                        <a:rPr lang="ko-KR" altLang="en-US" sz="700" u="none" strike="noStrike" dirty="0">
                          <a:effectLst/>
                        </a:rPr>
                        <a:t>기상직후수면질</a:t>
                      </a:r>
                      <a:r>
                        <a:rPr lang="en-US" altLang="ko-KR" sz="700" u="none" strike="noStrike" dirty="0">
                          <a:effectLst/>
                        </a:rPr>
                        <a:t>)</a:t>
                      </a:r>
                      <a:r>
                        <a:rPr lang="en-US" altLang="ko-KR" sz="7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:0.5629 </a:t>
                      </a:r>
                      <a:r>
                        <a:rPr lang="en-US" altLang="ko-KR" sz="700" u="none" strike="noStrike" dirty="0">
                          <a:effectLst/>
                        </a:rPr>
                        <a:t>Q2(</a:t>
                      </a:r>
                      <a:r>
                        <a:rPr lang="ko-KR" altLang="en-US" sz="700" u="none" strike="noStrike" dirty="0">
                          <a:effectLst/>
                        </a:rPr>
                        <a:t>취침전신체적피로</a:t>
                      </a:r>
                      <a:r>
                        <a:rPr lang="en-US" altLang="ko-KR" sz="700" u="none" strike="noStrike" dirty="0">
                          <a:effectLst/>
                        </a:rPr>
                        <a:t>):0.6781 Q3(</a:t>
                      </a:r>
                      <a:r>
                        <a:rPr lang="ko-KR" altLang="en-US" sz="700" u="none" strike="noStrike" dirty="0">
                          <a:effectLst/>
                        </a:rPr>
                        <a:t>취침전스트레스</a:t>
                      </a:r>
                      <a:r>
                        <a:rPr lang="en-US" altLang="ko-KR" sz="700" u="none" strike="noStrike" dirty="0">
                          <a:effectLst/>
                        </a:rPr>
                        <a:t>):0.7149 S2(</a:t>
                      </a:r>
                      <a:r>
                        <a:rPr lang="ko-KR" altLang="en-US" sz="700" u="none" strike="noStrike" dirty="0" err="1">
                          <a:effectLst/>
                        </a:rPr>
                        <a:t>수면효율</a:t>
                      </a:r>
                      <a:r>
                        <a:rPr lang="en-US" altLang="ko-KR" sz="700" u="none" strike="noStrike" dirty="0">
                          <a:effectLst/>
                        </a:rPr>
                        <a:t>):0.8015 S3(</a:t>
                      </a:r>
                      <a:r>
                        <a:rPr lang="ko-KR" altLang="en-US" sz="700" u="none" strike="noStrike" dirty="0">
                          <a:effectLst/>
                        </a:rPr>
                        <a:t>수면잠들기시간</a:t>
                      </a:r>
                      <a:r>
                        <a:rPr lang="en-US" altLang="ko-KR" sz="700" u="none" strike="noStrike" dirty="0">
                          <a:effectLst/>
                        </a:rPr>
                        <a:t>):0.7955 S1(S1):</a:t>
                      </a:r>
                      <a:r>
                        <a:rPr lang="en-US" altLang="ko-KR" sz="7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0.4155</a:t>
                      </a:r>
                      <a:endParaRPr lang="en-US" altLang="ko-KR" sz="700" b="0" i="0" u="none" strike="noStrike" dirty="0">
                        <a:solidFill>
                          <a:srgbClr val="FF0000"/>
                        </a:solidFill>
                        <a:effectLst/>
                        <a:latin typeface="Courier New" panose="02070309020205020404" pitchFamily="49" charset="0"/>
                        <a:ea typeface="맑은 고딕" panose="020B0503020000020004" pitchFamily="50" charset="-127"/>
                      </a:endParaRPr>
                    </a:p>
                  </a:txBody>
                  <a:tcPr marL="5933" marR="5933" marT="5933" marB="0" anchor="ctr"/>
                </a:tc>
                <a:extLst>
                  <a:ext uri="{0D108BD9-81ED-4DB2-BD59-A6C34878D82A}">
                    <a16:rowId xmlns:a16="http://schemas.microsoft.com/office/drawing/2014/main" val="1447872720"/>
                  </a:ext>
                </a:extLst>
              </a:tr>
              <a:tr h="214785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700" u="none" strike="noStrike" dirty="0">
                          <a:effectLst/>
                        </a:rPr>
                        <a:t>[</a:t>
                      </a:r>
                      <a:r>
                        <a:rPr lang="en-US" altLang="ko-KR" sz="700" u="none" strike="noStrike" dirty="0" err="1">
                          <a:effectLst/>
                        </a:rPr>
                        <a:t>test_size</a:t>
                      </a:r>
                      <a:r>
                        <a:rPr lang="en-US" altLang="ko-KR" sz="700" u="none" strike="noStrike" dirty="0">
                          <a:effectLst/>
                        </a:rPr>
                        <a:t>=0.3] </a:t>
                      </a:r>
                      <a:r>
                        <a:rPr lang="ko-KR" altLang="en-US" sz="700" u="none" strike="noStrike" dirty="0">
                          <a:effectLst/>
                        </a:rPr>
                        <a:t>평균 </a:t>
                      </a:r>
                      <a:r>
                        <a:rPr lang="en-US" altLang="ko-KR" sz="700" u="none" strike="noStrike" dirty="0">
                          <a:effectLst/>
                        </a:rPr>
                        <a:t>F1: 0.6605 / [</a:t>
                      </a:r>
                      <a:r>
                        <a:rPr lang="ko-KR" altLang="en-US" sz="700" u="none" strike="noStrike" dirty="0">
                          <a:effectLst/>
                        </a:rPr>
                        <a:t>상세</a:t>
                      </a:r>
                      <a:r>
                        <a:rPr lang="en-US" altLang="ko-KR" sz="700" u="none" strike="noStrike" dirty="0">
                          <a:effectLst/>
                        </a:rPr>
                        <a:t>] Q1(</a:t>
                      </a:r>
                      <a:r>
                        <a:rPr lang="ko-KR" altLang="en-US" sz="700" u="none" strike="noStrike" dirty="0">
                          <a:effectLst/>
                        </a:rPr>
                        <a:t>기상직후수면</a:t>
                      </a:r>
                      <a:r>
                        <a:rPr lang="ko-KR" altLang="en-US" sz="700" u="none" strike="noStrike" dirty="0">
                          <a:solidFill>
                            <a:schemeClr val="tx1"/>
                          </a:solidFill>
                          <a:effectLst/>
                        </a:rPr>
                        <a:t>질</a:t>
                      </a:r>
                      <a:r>
                        <a:rPr lang="en-US" altLang="ko-KR" sz="700" u="none" strike="noStrike" dirty="0">
                          <a:solidFill>
                            <a:schemeClr val="tx1"/>
                          </a:solidFill>
                          <a:effectLst/>
                        </a:rPr>
                        <a:t>):</a:t>
                      </a:r>
                      <a:r>
                        <a:rPr lang="en-US" altLang="ko-KR" sz="7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0.5581 </a:t>
                      </a:r>
                      <a:r>
                        <a:rPr lang="en-US" altLang="ko-KR" sz="700" u="none" strike="noStrike" dirty="0">
                          <a:effectLst/>
                        </a:rPr>
                        <a:t>Q2(</a:t>
                      </a:r>
                      <a:r>
                        <a:rPr lang="ko-KR" altLang="en-US" sz="700" u="none" strike="noStrike" dirty="0">
                          <a:effectLst/>
                        </a:rPr>
                        <a:t>취침전신체적피로</a:t>
                      </a:r>
                      <a:r>
                        <a:rPr lang="en-US" altLang="ko-KR" sz="700" u="none" strike="noStrike" dirty="0">
                          <a:effectLst/>
                        </a:rPr>
                        <a:t>):0.6667 Q3(</a:t>
                      </a:r>
                      <a:r>
                        <a:rPr lang="ko-KR" altLang="en-US" sz="700" u="none" strike="noStrike" dirty="0">
                          <a:effectLst/>
                        </a:rPr>
                        <a:t>취침전스트레스</a:t>
                      </a:r>
                      <a:r>
                        <a:rPr lang="en-US" altLang="ko-KR" sz="700" u="none" strike="noStrike" dirty="0">
                          <a:effectLst/>
                        </a:rPr>
                        <a:t>):0.7363 S2(</a:t>
                      </a:r>
                      <a:r>
                        <a:rPr lang="ko-KR" altLang="en-US" sz="700" u="none" strike="noStrike" dirty="0" err="1">
                          <a:effectLst/>
                        </a:rPr>
                        <a:t>수면효율</a:t>
                      </a:r>
                      <a:r>
                        <a:rPr lang="en-US" altLang="ko-KR" sz="700" u="none" strike="noStrike" dirty="0">
                          <a:effectLst/>
                        </a:rPr>
                        <a:t>):0.7817 S3(</a:t>
                      </a:r>
                      <a:r>
                        <a:rPr lang="ko-KR" altLang="en-US" sz="700" u="none" strike="noStrike" dirty="0">
                          <a:effectLst/>
                        </a:rPr>
                        <a:t>수면잠들기시간</a:t>
                      </a:r>
                      <a:r>
                        <a:rPr lang="en-US" altLang="ko-KR" sz="700" u="none" strike="noStrike" dirty="0">
                          <a:effectLst/>
                        </a:rPr>
                        <a:t>):0.7822 S1(S1):</a:t>
                      </a:r>
                      <a:r>
                        <a:rPr lang="en-US" altLang="ko-KR" sz="7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0.4377</a:t>
                      </a:r>
                      <a:endParaRPr lang="en-US" altLang="ko-KR" sz="700" b="0" i="0" u="none" strike="noStrike" dirty="0">
                        <a:solidFill>
                          <a:srgbClr val="FF0000"/>
                        </a:solidFill>
                        <a:effectLst/>
                        <a:latin typeface="Courier New" panose="02070309020205020404" pitchFamily="49" charset="0"/>
                        <a:ea typeface="맑은 고딕" panose="020B0503020000020004" pitchFamily="50" charset="-127"/>
                      </a:endParaRPr>
                    </a:p>
                  </a:txBody>
                  <a:tcPr marL="5933" marR="5933" marT="5933" marB="0" anchor="ctr"/>
                </a:tc>
                <a:extLst>
                  <a:ext uri="{0D108BD9-81ED-4DB2-BD59-A6C34878D82A}">
                    <a16:rowId xmlns:a16="http://schemas.microsoft.com/office/drawing/2014/main" val="1736187529"/>
                  </a:ext>
                </a:extLst>
              </a:tr>
              <a:tr h="214785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700" u="none" strike="noStrike" dirty="0">
                          <a:effectLst/>
                        </a:rPr>
                        <a:t>[</a:t>
                      </a:r>
                      <a:r>
                        <a:rPr lang="en-US" altLang="ko-KR" sz="700" u="none" strike="noStrike" dirty="0" err="1">
                          <a:effectLst/>
                        </a:rPr>
                        <a:t>test_size</a:t>
                      </a:r>
                      <a:r>
                        <a:rPr lang="en-US" altLang="ko-KR" sz="700" u="none" strike="noStrike" dirty="0">
                          <a:effectLst/>
                        </a:rPr>
                        <a:t>=0.2] </a:t>
                      </a:r>
                      <a:r>
                        <a:rPr lang="ko-KR" altLang="en-US" sz="700" u="none" strike="noStrike" dirty="0">
                          <a:effectLst/>
                        </a:rPr>
                        <a:t>평균 </a:t>
                      </a:r>
                      <a:r>
                        <a:rPr lang="en-US" altLang="ko-KR" sz="700" u="none" strike="noStrike" dirty="0">
                          <a:effectLst/>
                        </a:rPr>
                        <a:t>F1: 0.6709 / [</a:t>
                      </a:r>
                      <a:r>
                        <a:rPr lang="ko-KR" altLang="en-US" sz="700" u="none" strike="noStrike" dirty="0">
                          <a:effectLst/>
                        </a:rPr>
                        <a:t>상세</a:t>
                      </a:r>
                      <a:r>
                        <a:rPr lang="en-US" altLang="ko-KR" sz="700" u="none" strike="noStrike" dirty="0">
                          <a:effectLst/>
                        </a:rPr>
                        <a:t>] Q1(</a:t>
                      </a:r>
                      <a:r>
                        <a:rPr lang="ko-KR" altLang="en-US" sz="700" u="none" strike="noStrike" dirty="0">
                          <a:effectLst/>
                        </a:rPr>
                        <a:t>기상직후수면질</a:t>
                      </a:r>
                      <a:r>
                        <a:rPr lang="en-US" altLang="ko-KR" sz="700" u="none" strike="noStrike" dirty="0">
                          <a:effectLst/>
                        </a:rPr>
                        <a:t>)</a:t>
                      </a:r>
                      <a:r>
                        <a:rPr lang="en-US" altLang="ko-KR" sz="7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:0.5952 </a:t>
                      </a:r>
                      <a:r>
                        <a:rPr lang="en-US" altLang="ko-KR" sz="700" u="none" strike="noStrike" dirty="0">
                          <a:effectLst/>
                        </a:rPr>
                        <a:t>Q2(</a:t>
                      </a:r>
                      <a:r>
                        <a:rPr lang="ko-KR" altLang="en-US" sz="700" u="none" strike="noStrike" dirty="0">
                          <a:effectLst/>
                        </a:rPr>
                        <a:t>취침전신체적피로</a:t>
                      </a:r>
                      <a:r>
                        <a:rPr lang="en-US" altLang="ko-KR" sz="700" u="none" strike="noStrike" dirty="0">
                          <a:effectLst/>
                        </a:rPr>
                        <a:t>):0.6226 Q3(</a:t>
                      </a:r>
                      <a:r>
                        <a:rPr lang="ko-KR" altLang="en-US" sz="700" u="none" strike="noStrike" dirty="0">
                          <a:effectLst/>
                        </a:rPr>
                        <a:t>취침전스트레스</a:t>
                      </a:r>
                      <a:r>
                        <a:rPr lang="en-US" altLang="ko-KR" sz="700" u="none" strike="noStrike" dirty="0">
                          <a:effectLst/>
                        </a:rPr>
                        <a:t>):0.7344 S2(</a:t>
                      </a:r>
                      <a:r>
                        <a:rPr lang="ko-KR" altLang="en-US" sz="700" u="none" strike="noStrike" dirty="0" err="1">
                          <a:effectLst/>
                        </a:rPr>
                        <a:t>수면효율</a:t>
                      </a:r>
                      <a:r>
                        <a:rPr lang="en-US" altLang="ko-KR" sz="700" u="none" strike="noStrike" dirty="0">
                          <a:effectLst/>
                        </a:rPr>
                        <a:t>):0.7692 S3(</a:t>
                      </a:r>
                      <a:r>
                        <a:rPr lang="ko-KR" altLang="en-US" sz="700" u="none" strike="noStrike" dirty="0">
                          <a:effectLst/>
                        </a:rPr>
                        <a:t>수면잠들기시간</a:t>
                      </a:r>
                      <a:r>
                        <a:rPr lang="en-US" altLang="ko-KR" sz="700" u="none" strike="noStrike" dirty="0">
                          <a:effectLst/>
                        </a:rPr>
                        <a:t>):0.8235 S1(S1):</a:t>
                      </a:r>
                      <a:r>
                        <a:rPr lang="en-US" altLang="ko-KR" sz="7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0.4807</a:t>
                      </a:r>
                      <a:endParaRPr lang="en-US" altLang="ko-KR" sz="700" b="0" i="0" u="none" strike="noStrike" dirty="0">
                        <a:solidFill>
                          <a:srgbClr val="FF0000"/>
                        </a:solidFill>
                        <a:effectLst/>
                        <a:latin typeface="Courier New" panose="02070309020205020404" pitchFamily="49" charset="0"/>
                        <a:ea typeface="맑은 고딕" panose="020B0503020000020004" pitchFamily="50" charset="-127"/>
                      </a:endParaRPr>
                    </a:p>
                  </a:txBody>
                  <a:tcPr marL="5933" marR="5933" marT="5933" marB="0" anchor="ctr"/>
                </a:tc>
                <a:extLst>
                  <a:ext uri="{0D108BD9-81ED-4DB2-BD59-A6C34878D82A}">
                    <a16:rowId xmlns:a16="http://schemas.microsoft.com/office/drawing/2014/main" val="60695438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893941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월별 </a:t>
            </a:r>
            <a:r>
              <a:rPr lang="en-US" altLang="ko-KR" dirty="0"/>
              <a:t>Q1 </a:t>
            </a:r>
            <a:r>
              <a:rPr lang="ko-KR" altLang="en-US" dirty="0" smtClean="0"/>
              <a:t>건수 </a:t>
            </a:r>
            <a:r>
              <a:rPr lang="en-US" altLang="ko-KR" dirty="0" smtClean="0"/>
              <a:t>- TRAIN</a:t>
            </a:r>
            <a:endParaRPr lang="ko-KR" altLang="en-US" dirty="0"/>
          </a:p>
        </p:txBody>
      </p:sp>
      <p:sp>
        <p:nvSpPr>
          <p:cNvPr id="6" name="내용 개체 틀 5"/>
          <p:cNvSpPr>
            <a:spLocks noGrp="1"/>
          </p:cNvSpPr>
          <p:nvPr>
            <p:ph idx="1"/>
          </p:nvPr>
        </p:nvSpPr>
        <p:spPr>
          <a:xfrm>
            <a:off x="272480" y="764703"/>
            <a:ext cx="9360470" cy="1043023"/>
          </a:xfrm>
        </p:spPr>
        <p:txBody>
          <a:bodyPr/>
          <a:lstStyle/>
          <a:p>
            <a:r>
              <a:rPr lang="en-US" altLang="ko-KR" b="0" dirty="0"/>
              <a:t>0: </a:t>
            </a:r>
            <a:r>
              <a:rPr lang="ko-KR" altLang="en-US" b="0" dirty="0"/>
              <a:t>개인 평균 이하</a:t>
            </a:r>
          </a:p>
          <a:p>
            <a:r>
              <a:rPr lang="en-US" altLang="ko-KR" b="0" dirty="0"/>
              <a:t>1: </a:t>
            </a:r>
            <a:r>
              <a:rPr lang="ko-KR" altLang="en-US" b="0" dirty="0"/>
              <a:t>개인 평균 이상</a:t>
            </a:r>
          </a:p>
        </p:txBody>
      </p:sp>
      <p:pic>
        <p:nvPicPr>
          <p:cNvPr id="8" name="그림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8691" y="2385978"/>
            <a:ext cx="9188048" cy="3640235"/>
          </a:xfrm>
          <a:prstGeom prst="rect">
            <a:avLst/>
          </a:prstGeom>
        </p:spPr>
      </p:pic>
      <p:sp>
        <p:nvSpPr>
          <p:cNvPr id="2" name="모서리가 둥근 직사각형 1"/>
          <p:cNvSpPr/>
          <p:nvPr/>
        </p:nvSpPr>
        <p:spPr>
          <a:xfrm>
            <a:off x="342666" y="1628800"/>
            <a:ext cx="9204073" cy="504056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 smtClean="0">
                <a:solidFill>
                  <a:srgbClr val="7030A0"/>
                </a:solidFill>
              </a:rPr>
              <a:t>TRAIN </a:t>
            </a:r>
            <a:r>
              <a:rPr lang="ko-KR" altLang="en-US" b="1" dirty="0" smtClean="0">
                <a:solidFill>
                  <a:srgbClr val="7030A0"/>
                </a:solidFill>
              </a:rPr>
              <a:t>데이터 </a:t>
            </a:r>
            <a:r>
              <a:rPr lang="en-US" altLang="ko-KR" b="1" dirty="0" smtClean="0">
                <a:solidFill>
                  <a:srgbClr val="7030A0"/>
                </a:solidFill>
              </a:rPr>
              <a:t>ID</a:t>
            </a:r>
            <a:r>
              <a:rPr lang="ko-KR" altLang="en-US" b="1" dirty="0" smtClean="0">
                <a:solidFill>
                  <a:srgbClr val="7030A0"/>
                </a:solidFill>
              </a:rPr>
              <a:t>별 월별 기록 건수 </a:t>
            </a:r>
            <a:r>
              <a:rPr lang="en-US" altLang="ko-KR" b="1" dirty="0" smtClean="0">
                <a:solidFill>
                  <a:srgbClr val="7030A0"/>
                </a:solidFill>
              </a:rPr>
              <a:t>(</a:t>
            </a:r>
            <a:r>
              <a:rPr lang="ko-KR" altLang="en-US" b="1" dirty="0" smtClean="0">
                <a:solidFill>
                  <a:srgbClr val="FF0000"/>
                </a:solidFill>
              </a:rPr>
              <a:t>여름 시즌 </a:t>
            </a:r>
            <a:r>
              <a:rPr lang="ko-KR" altLang="en-US" b="1" dirty="0" smtClean="0">
                <a:solidFill>
                  <a:srgbClr val="7030A0"/>
                </a:solidFill>
              </a:rPr>
              <a:t>비중 높음</a:t>
            </a:r>
            <a:r>
              <a:rPr lang="en-US" altLang="ko-KR" b="1" dirty="0" smtClean="0">
                <a:solidFill>
                  <a:srgbClr val="7030A0"/>
                </a:solidFill>
              </a:rPr>
              <a:t>)</a:t>
            </a:r>
            <a:endParaRPr lang="ko-KR" altLang="en-US" b="1" dirty="0">
              <a:solidFill>
                <a:srgbClr val="7030A0"/>
              </a:solidFill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2783235" y="2385977"/>
            <a:ext cx="1872208" cy="3640235"/>
          </a:xfrm>
          <a:prstGeom prst="rect">
            <a:avLst/>
          </a:prstGeom>
          <a:noFill/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모서리가 둥근 직사각형 10"/>
          <p:cNvSpPr/>
          <p:nvPr/>
        </p:nvSpPr>
        <p:spPr>
          <a:xfrm>
            <a:off x="6177136" y="233809"/>
            <a:ext cx="3455814" cy="36004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kern="0"/>
              <a:t>Q1: </a:t>
            </a:r>
            <a:r>
              <a:rPr lang="ko-KR" altLang="en-US" sz="1200" kern="0"/>
              <a:t>기상 직후 본인이 인지한 전반적인 수면의 질</a:t>
            </a:r>
            <a:endParaRPr lang="ko-KR" altLang="en-US" sz="1200" kern="0" dirty="0"/>
          </a:p>
        </p:txBody>
      </p:sp>
    </p:spTree>
    <p:extLst>
      <p:ext uri="{BB962C8B-B14F-4D97-AF65-F5344CB8AC3E}">
        <p14:creationId xmlns:p14="http://schemas.microsoft.com/office/powerpoint/2010/main" val="30385266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월별 </a:t>
            </a:r>
            <a:r>
              <a:rPr lang="en-US" altLang="ko-KR" dirty="0"/>
              <a:t>Q1 </a:t>
            </a:r>
            <a:r>
              <a:rPr lang="ko-KR" altLang="en-US" dirty="0" smtClean="0"/>
              <a:t>건수 </a:t>
            </a:r>
            <a:r>
              <a:rPr lang="en-US" altLang="ko-KR" dirty="0" smtClean="0"/>
              <a:t>- TEST</a:t>
            </a:r>
            <a:endParaRPr lang="ko-KR" altLang="en-US" dirty="0"/>
          </a:p>
        </p:txBody>
      </p:sp>
      <p:sp>
        <p:nvSpPr>
          <p:cNvPr id="6" name="내용 개체 틀 5"/>
          <p:cNvSpPr>
            <a:spLocks noGrp="1"/>
          </p:cNvSpPr>
          <p:nvPr>
            <p:ph idx="1"/>
          </p:nvPr>
        </p:nvSpPr>
        <p:spPr>
          <a:xfrm>
            <a:off x="272480" y="764703"/>
            <a:ext cx="9360470" cy="1043023"/>
          </a:xfrm>
        </p:spPr>
        <p:txBody>
          <a:bodyPr/>
          <a:lstStyle/>
          <a:p>
            <a:r>
              <a:rPr lang="en-US" altLang="ko-KR" b="0" dirty="0"/>
              <a:t>0: </a:t>
            </a:r>
            <a:r>
              <a:rPr lang="ko-KR" altLang="en-US" b="0" dirty="0"/>
              <a:t>개인 평균 이하</a:t>
            </a:r>
          </a:p>
          <a:p>
            <a:r>
              <a:rPr lang="en-US" altLang="ko-KR" b="0" dirty="0"/>
              <a:t>1: </a:t>
            </a:r>
            <a:r>
              <a:rPr lang="ko-KR" altLang="en-US" b="0" dirty="0"/>
              <a:t>개인 평균 이상</a:t>
            </a:r>
          </a:p>
        </p:txBody>
      </p:sp>
      <p:sp>
        <p:nvSpPr>
          <p:cNvPr id="2" name="모서리가 둥근 직사각형 1"/>
          <p:cNvSpPr/>
          <p:nvPr/>
        </p:nvSpPr>
        <p:spPr>
          <a:xfrm>
            <a:off x="342666" y="1628800"/>
            <a:ext cx="9204073" cy="504056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 smtClean="0">
                <a:solidFill>
                  <a:srgbClr val="7030A0"/>
                </a:solidFill>
              </a:rPr>
              <a:t>TEST </a:t>
            </a:r>
            <a:r>
              <a:rPr lang="ko-KR" altLang="en-US" b="1" dirty="0" smtClean="0">
                <a:solidFill>
                  <a:srgbClr val="7030A0"/>
                </a:solidFill>
              </a:rPr>
              <a:t>데이터 </a:t>
            </a:r>
            <a:r>
              <a:rPr lang="en-US" altLang="ko-KR" b="1" dirty="0" smtClean="0">
                <a:solidFill>
                  <a:srgbClr val="7030A0"/>
                </a:solidFill>
              </a:rPr>
              <a:t>ID</a:t>
            </a:r>
            <a:r>
              <a:rPr lang="ko-KR" altLang="en-US" b="1" dirty="0" smtClean="0">
                <a:solidFill>
                  <a:srgbClr val="7030A0"/>
                </a:solidFill>
              </a:rPr>
              <a:t>별 월별 기록 건수 </a:t>
            </a:r>
            <a:r>
              <a:rPr lang="en-US" altLang="ko-KR" b="1" dirty="0" smtClean="0">
                <a:solidFill>
                  <a:srgbClr val="7030A0"/>
                </a:solidFill>
              </a:rPr>
              <a:t>(</a:t>
            </a:r>
            <a:r>
              <a:rPr lang="ko-KR" altLang="en-US" b="1" dirty="0" smtClean="0">
                <a:solidFill>
                  <a:srgbClr val="FF0000"/>
                </a:solidFill>
              </a:rPr>
              <a:t>여름 시즌 </a:t>
            </a:r>
            <a:r>
              <a:rPr lang="ko-KR" altLang="en-US" b="1" dirty="0" smtClean="0">
                <a:solidFill>
                  <a:srgbClr val="7030A0"/>
                </a:solidFill>
              </a:rPr>
              <a:t>비중 높음</a:t>
            </a:r>
            <a:r>
              <a:rPr lang="en-US" altLang="ko-KR" b="1" dirty="0" smtClean="0">
                <a:solidFill>
                  <a:srgbClr val="7030A0"/>
                </a:solidFill>
              </a:rPr>
              <a:t>)</a:t>
            </a:r>
            <a:endParaRPr lang="ko-KR" altLang="en-US" b="1" dirty="0">
              <a:solidFill>
                <a:srgbClr val="7030A0"/>
              </a:solidFill>
            </a:endParaRPr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8690" y="2392846"/>
            <a:ext cx="7546637" cy="3657867"/>
          </a:xfrm>
          <a:prstGeom prst="rect">
            <a:avLst/>
          </a:prstGeom>
        </p:spPr>
      </p:pic>
      <p:sp>
        <p:nvSpPr>
          <p:cNvPr id="9" name="직사각형 8"/>
          <p:cNvSpPr/>
          <p:nvPr/>
        </p:nvSpPr>
        <p:spPr>
          <a:xfrm>
            <a:off x="2576736" y="2418370"/>
            <a:ext cx="1800200" cy="3640235"/>
          </a:xfrm>
          <a:prstGeom prst="rect">
            <a:avLst/>
          </a:prstGeom>
          <a:noFill/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모서리가 둥근 직사각형 9"/>
          <p:cNvSpPr/>
          <p:nvPr/>
        </p:nvSpPr>
        <p:spPr>
          <a:xfrm>
            <a:off x="6177136" y="233809"/>
            <a:ext cx="3455814" cy="36004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kern="0"/>
              <a:t>Q1: </a:t>
            </a:r>
            <a:r>
              <a:rPr lang="ko-KR" altLang="en-US" sz="1200" kern="0"/>
              <a:t>기상 직후 본인이 인지한 전반적인 수면의 질</a:t>
            </a:r>
            <a:endParaRPr lang="ko-KR" altLang="en-US" sz="1200" kern="0" dirty="0"/>
          </a:p>
        </p:txBody>
      </p:sp>
    </p:spTree>
    <p:extLst>
      <p:ext uri="{BB962C8B-B14F-4D97-AF65-F5344CB8AC3E}">
        <p14:creationId xmlns:p14="http://schemas.microsoft.com/office/powerpoint/2010/main" val="3274577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개인별 </a:t>
            </a:r>
            <a:r>
              <a:rPr lang="en-US" altLang="ko-KR" dirty="0" smtClean="0"/>
              <a:t>Q1 </a:t>
            </a:r>
            <a:r>
              <a:rPr lang="ko-KR" altLang="en-US" dirty="0"/>
              <a:t>평균 점수 비교분석 </a:t>
            </a:r>
            <a:r>
              <a:rPr lang="en-US" altLang="ko-KR" dirty="0" smtClean="0"/>
              <a:t>(1/2)</a:t>
            </a:r>
            <a:r>
              <a:rPr lang="ko-KR" altLang="en-US" dirty="0" smtClean="0"/>
              <a:t> </a:t>
            </a:r>
            <a:endParaRPr lang="ko-KR" altLang="en-US" dirty="0"/>
          </a:p>
        </p:txBody>
      </p:sp>
      <p:sp>
        <p:nvSpPr>
          <p:cNvPr id="6" name="내용 개체 틀 5"/>
          <p:cNvSpPr>
            <a:spLocks noGrp="1"/>
          </p:cNvSpPr>
          <p:nvPr>
            <p:ph idx="1"/>
          </p:nvPr>
        </p:nvSpPr>
        <p:spPr>
          <a:xfrm>
            <a:off x="272480" y="764703"/>
            <a:ext cx="9360470" cy="1043023"/>
          </a:xfrm>
        </p:spPr>
        <p:txBody>
          <a:bodyPr/>
          <a:lstStyle/>
          <a:p>
            <a:r>
              <a:rPr lang="en-US" altLang="ko-KR" b="0" dirty="0"/>
              <a:t>0: </a:t>
            </a:r>
            <a:r>
              <a:rPr lang="ko-KR" altLang="en-US" b="0" dirty="0"/>
              <a:t>개인 평균 이하</a:t>
            </a:r>
          </a:p>
          <a:p>
            <a:r>
              <a:rPr lang="en-US" altLang="ko-KR" b="0" dirty="0"/>
              <a:t>1: </a:t>
            </a:r>
            <a:r>
              <a:rPr lang="ko-KR" altLang="en-US" b="0" dirty="0"/>
              <a:t>개인 평균 이상</a:t>
            </a: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9613" y="1484784"/>
            <a:ext cx="9226204" cy="2880320"/>
          </a:xfrm>
          <a:prstGeom prst="rect">
            <a:avLst/>
          </a:prstGeom>
        </p:spPr>
      </p:pic>
      <p:sp>
        <p:nvSpPr>
          <p:cNvPr id="4" name="직사각형 3"/>
          <p:cNvSpPr/>
          <p:nvPr/>
        </p:nvSpPr>
        <p:spPr>
          <a:xfrm>
            <a:off x="326558" y="3112228"/>
            <a:ext cx="4176464" cy="21602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직사각형 8"/>
          <p:cNvSpPr/>
          <p:nvPr/>
        </p:nvSpPr>
        <p:spPr>
          <a:xfrm>
            <a:off x="377769" y="4509120"/>
            <a:ext cx="9188048" cy="1944216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altLang="ko-KR" sz="1100" dirty="0" smtClean="0">
              <a:solidFill>
                <a:schemeClr val="tx1"/>
              </a:solidFill>
            </a:endParaRPr>
          </a:p>
          <a:p>
            <a:r>
              <a:rPr lang="en-US" altLang="ko-KR" sz="1100" dirty="0" smtClean="0">
                <a:solidFill>
                  <a:schemeClr val="tx1"/>
                </a:solidFill>
              </a:rPr>
              <a:t>[Id07]</a:t>
            </a:r>
          </a:p>
          <a:p>
            <a:endParaRPr lang="en-US" altLang="ko-KR" sz="1100" dirty="0">
              <a:solidFill>
                <a:schemeClr val="tx1"/>
              </a:solidFill>
            </a:endParaRPr>
          </a:p>
          <a:p>
            <a:r>
              <a:rPr lang="en-US" altLang="ko-KR" sz="1100" dirty="0" smtClean="0">
                <a:solidFill>
                  <a:schemeClr val="tx1"/>
                </a:solidFill>
              </a:rPr>
              <a:t>6</a:t>
            </a:r>
            <a:r>
              <a:rPr lang="ko-KR" altLang="en-US" sz="1100" dirty="0" smtClean="0">
                <a:solidFill>
                  <a:schemeClr val="tx1"/>
                </a:solidFill>
              </a:rPr>
              <a:t>월 수면의 질이 </a:t>
            </a:r>
            <a:r>
              <a:rPr lang="en-US" altLang="ko-KR" sz="1100" dirty="0" smtClean="0">
                <a:solidFill>
                  <a:schemeClr val="tx1"/>
                </a:solidFill>
              </a:rPr>
              <a:t>64% </a:t>
            </a:r>
            <a:r>
              <a:rPr lang="ko-KR" altLang="en-US" sz="1100" dirty="0" smtClean="0">
                <a:solidFill>
                  <a:schemeClr val="tx1"/>
                </a:solidFill>
              </a:rPr>
              <a:t>좋은 편에 속하다가 </a:t>
            </a:r>
            <a:r>
              <a:rPr lang="en-US" altLang="ko-KR" sz="1100" dirty="0" smtClean="0">
                <a:solidFill>
                  <a:schemeClr val="tx1"/>
                </a:solidFill>
              </a:rPr>
              <a:t>7</a:t>
            </a:r>
            <a:r>
              <a:rPr lang="ko-KR" altLang="en-US" sz="1100" dirty="0" smtClean="0">
                <a:solidFill>
                  <a:schemeClr val="tx1"/>
                </a:solidFill>
              </a:rPr>
              <a:t>월 이후 </a:t>
            </a:r>
            <a:r>
              <a:rPr lang="en-US" altLang="ko-KR" sz="1100" dirty="0" smtClean="0">
                <a:solidFill>
                  <a:schemeClr val="tx1"/>
                </a:solidFill>
              </a:rPr>
              <a:t>7-8</a:t>
            </a:r>
            <a:r>
              <a:rPr lang="ko-KR" altLang="en-US" sz="1100" dirty="0" smtClean="0">
                <a:solidFill>
                  <a:schemeClr val="tx1"/>
                </a:solidFill>
              </a:rPr>
              <a:t>월 수면의 질이 안 좋게 변함</a:t>
            </a:r>
            <a:endParaRPr lang="en-US" altLang="ko-KR" sz="1100" dirty="0" smtClean="0">
              <a:solidFill>
                <a:schemeClr val="tx1"/>
              </a:solidFill>
            </a:endParaRPr>
          </a:p>
          <a:p>
            <a:r>
              <a:rPr lang="ko-KR" altLang="en-US" sz="1100" dirty="0" smtClean="0">
                <a:solidFill>
                  <a:schemeClr val="tx1"/>
                </a:solidFill>
              </a:rPr>
              <a:t> </a:t>
            </a:r>
            <a:endParaRPr lang="en-US" altLang="ko-KR" sz="1100" dirty="0" smtClean="0">
              <a:solidFill>
                <a:schemeClr val="tx1"/>
              </a:solidFill>
            </a:endParaRPr>
          </a:p>
          <a:p>
            <a:pPr marL="171450" indent="-171450">
              <a:buFont typeface="Wingdings" panose="05000000000000000000" pitchFamily="2" charset="2"/>
              <a:buChar char="à"/>
            </a:pPr>
            <a:r>
              <a:rPr lang="en-US" altLang="ko-KR" sz="1100" dirty="0" smtClean="0">
                <a:solidFill>
                  <a:schemeClr val="tx1"/>
                </a:solidFill>
                <a:sym typeface="Wingdings" panose="05000000000000000000" pitchFamily="2" charset="2"/>
              </a:rPr>
              <a:t>7-8</a:t>
            </a:r>
            <a:r>
              <a:rPr lang="ko-KR" altLang="en-US" sz="1100" dirty="0" smtClean="0">
                <a:solidFill>
                  <a:schemeClr val="tx1"/>
                </a:solidFill>
                <a:sym typeface="Wingdings" panose="05000000000000000000" pitchFamily="2" charset="2"/>
              </a:rPr>
              <a:t>월 여름에 영향이 있는듯</a:t>
            </a:r>
            <a:r>
              <a:rPr lang="en-US" altLang="ko-KR" sz="1100" dirty="0" smtClean="0">
                <a:solidFill>
                  <a:schemeClr val="tx1"/>
                </a:solidFill>
                <a:sym typeface="Wingdings" panose="05000000000000000000" pitchFamily="2" charset="2"/>
              </a:rPr>
              <a:t>..</a:t>
            </a:r>
          </a:p>
          <a:p>
            <a:pPr marL="171450" indent="-171450">
              <a:buFont typeface="Wingdings" panose="05000000000000000000" pitchFamily="2" charset="2"/>
              <a:buChar char="à"/>
            </a:pPr>
            <a:r>
              <a:rPr lang="ko-KR" altLang="en-US" sz="1100" dirty="0" err="1" smtClean="0">
                <a:solidFill>
                  <a:schemeClr val="tx1"/>
                </a:solidFill>
                <a:sym typeface="Wingdings" panose="05000000000000000000" pitchFamily="2" charset="2"/>
              </a:rPr>
              <a:t>수면효율</a:t>
            </a:r>
            <a:r>
              <a:rPr lang="ko-KR" altLang="en-US" sz="1100" dirty="0" smtClean="0">
                <a:solidFill>
                  <a:schemeClr val="tx1"/>
                </a:solidFill>
                <a:sym typeface="Wingdings" panose="05000000000000000000" pitchFamily="2" charset="2"/>
              </a:rPr>
              <a:t> 가이드라인 </a:t>
            </a:r>
            <a:r>
              <a:rPr lang="ko-KR" altLang="en-US" sz="1100" dirty="0" err="1" smtClean="0">
                <a:solidFill>
                  <a:schemeClr val="tx1"/>
                </a:solidFill>
                <a:sym typeface="Wingdings" panose="05000000000000000000" pitchFamily="2" charset="2"/>
              </a:rPr>
              <a:t>미준수</a:t>
            </a:r>
            <a:r>
              <a:rPr lang="ko-KR" altLang="en-US" sz="1100" dirty="0" smtClean="0">
                <a:solidFill>
                  <a:schemeClr val="tx1"/>
                </a:solidFill>
                <a:sym typeface="Wingdings" panose="05000000000000000000" pitchFamily="2" charset="2"/>
              </a:rPr>
              <a:t> </a:t>
            </a:r>
            <a:endParaRPr lang="en-US" altLang="ko-KR" sz="1100" dirty="0" smtClean="0">
              <a:solidFill>
                <a:schemeClr val="tx1"/>
              </a:solidFill>
              <a:sym typeface="Wingdings" panose="05000000000000000000" pitchFamily="2" charset="2"/>
            </a:endParaRPr>
          </a:p>
          <a:p>
            <a:pPr marL="171450" indent="-171450">
              <a:buFont typeface="Wingdings" panose="05000000000000000000" pitchFamily="2" charset="2"/>
              <a:buChar char="à"/>
            </a:pPr>
            <a:r>
              <a:rPr lang="ko-KR" altLang="en-US" sz="1100" dirty="0" err="1" smtClean="0">
                <a:solidFill>
                  <a:schemeClr val="tx1"/>
                </a:solidFill>
                <a:sym typeface="Wingdings" panose="05000000000000000000" pitchFamily="2" charset="2"/>
              </a:rPr>
              <a:t>수면질</a:t>
            </a:r>
            <a:r>
              <a:rPr lang="en-US" altLang="ko-KR" sz="1100" dirty="0" smtClean="0">
                <a:solidFill>
                  <a:schemeClr val="tx1"/>
                </a:solidFill>
                <a:sym typeface="Wingdings" panose="05000000000000000000" pitchFamily="2" charset="2"/>
              </a:rPr>
              <a:t>, </a:t>
            </a:r>
            <a:r>
              <a:rPr lang="ko-KR" altLang="en-US" sz="1100" dirty="0" smtClean="0">
                <a:solidFill>
                  <a:schemeClr val="tx1"/>
                </a:solidFill>
                <a:sym typeface="Wingdings" panose="05000000000000000000" pitchFamily="2" charset="2"/>
              </a:rPr>
              <a:t>신체적 피로 등 전반적으로 </a:t>
            </a:r>
            <a:r>
              <a:rPr lang="en-US" altLang="ko-KR" sz="1100" dirty="0" smtClean="0">
                <a:solidFill>
                  <a:schemeClr val="tx1"/>
                </a:solidFill>
                <a:sym typeface="Wingdings" panose="05000000000000000000" pitchFamily="2" charset="2"/>
              </a:rPr>
              <a:t>6</a:t>
            </a:r>
            <a:r>
              <a:rPr lang="ko-KR" altLang="en-US" sz="1100" dirty="0" smtClean="0">
                <a:solidFill>
                  <a:schemeClr val="tx1"/>
                </a:solidFill>
                <a:sym typeface="Wingdings" panose="05000000000000000000" pitchFamily="2" charset="2"/>
              </a:rPr>
              <a:t>월 대비 </a:t>
            </a:r>
            <a:r>
              <a:rPr lang="en-US" altLang="ko-KR" sz="1100" dirty="0" smtClean="0">
                <a:solidFill>
                  <a:schemeClr val="tx1"/>
                </a:solidFill>
                <a:sym typeface="Wingdings" panose="05000000000000000000" pitchFamily="2" charset="2"/>
              </a:rPr>
              <a:t>7-8</a:t>
            </a:r>
            <a:r>
              <a:rPr lang="ko-KR" altLang="en-US" sz="1100" dirty="0" smtClean="0">
                <a:solidFill>
                  <a:schemeClr val="tx1"/>
                </a:solidFill>
                <a:sym typeface="Wingdings" panose="05000000000000000000" pitchFamily="2" charset="2"/>
              </a:rPr>
              <a:t>월 안 좋음 </a:t>
            </a:r>
            <a:endParaRPr lang="en-US" altLang="ko-KR" sz="1100" dirty="0" smtClean="0">
              <a:solidFill>
                <a:schemeClr val="tx1"/>
              </a:solidFill>
              <a:sym typeface="Wingdings" panose="05000000000000000000" pitchFamily="2" charset="2"/>
            </a:endParaRPr>
          </a:p>
          <a:p>
            <a:pPr marL="171450" indent="-171450">
              <a:buFont typeface="Wingdings" panose="05000000000000000000" pitchFamily="2" charset="2"/>
              <a:buChar char="à"/>
            </a:pPr>
            <a:endParaRPr lang="en-US" altLang="ko-KR" sz="1100" dirty="0">
              <a:solidFill>
                <a:schemeClr val="tx1"/>
              </a:solidFill>
              <a:sym typeface="Wingdings" panose="05000000000000000000" pitchFamily="2" charset="2"/>
            </a:endParaRPr>
          </a:p>
          <a:p>
            <a:endParaRPr lang="en-US" altLang="ko-KR" sz="1100" dirty="0" smtClean="0">
              <a:solidFill>
                <a:schemeClr val="tx1"/>
              </a:solidFill>
              <a:sym typeface="Wingdings" panose="05000000000000000000" pitchFamily="2" charset="2"/>
            </a:endParaRPr>
          </a:p>
          <a:p>
            <a:endParaRPr lang="en-US" altLang="ko-KR" sz="1100" dirty="0" smtClean="0">
              <a:solidFill>
                <a:schemeClr val="tx1"/>
              </a:solidFill>
              <a:sym typeface="Wingdings" panose="05000000000000000000" pitchFamily="2" charset="2"/>
            </a:endParaRPr>
          </a:p>
          <a:p>
            <a:endParaRPr lang="en-US" altLang="ko-KR" sz="1100" dirty="0">
              <a:solidFill>
                <a:schemeClr val="tx1"/>
              </a:solidFill>
              <a:sym typeface="Wingdings" panose="05000000000000000000" pitchFamily="2" charset="2"/>
            </a:endParaRPr>
          </a:p>
          <a:p>
            <a:endParaRPr lang="en-US" altLang="ko-KR" sz="1100" dirty="0">
              <a:solidFill>
                <a:schemeClr val="tx1"/>
              </a:solidFill>
              <a:sym typeface="Wingdings" panose="05000000000000000000" pitchFamily="2" charset="2"/>
            </a:endParaRPr>
          </a:p>
        </p:txBody>
      </p:sp>
      <p:pic>
        <p:nvPicPr>
          <p:cNvPr id="12" name="그림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48944" y="5186006"/>
            <a:ext cx="4973776" cy="967200"/>
          </a:xfrm>
          <a:prstGeom prst="rect">
            <a:avLst/>
          </a:prstGeom>
        </p:spPr>
      </p:pic>
      <p:sp>
        <p:nvSpPr>
          <p:cNvPr id="8" name="직사각형 7"/>
          <p:cNvSpPr/>
          <p:nvPr/>
        </p:nvSpPr>
        <p:spPr>
          <a:xfrm>
            <a:off x="2097063" y="2483371"/>
            <a:ext cx="1296144" cy="25312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모서리가 둥근 직사각형 9"/>
          <p:cNvSpPr/>
          <p:nvPr/>
        </p:nvSpPr>
        <p:spPr>
          <a:xfrm>
            <a:off x="6177136" y="233809"/>
            <a:ext cx="3455814" cy="36004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kern="0"/>
              <a:t>Q1: </a:t>
            </a:r>
            <a:r>
              <a:rPr lang="ko-KR" altLang="en-US" sz="1200" kern="0"/>
              <a:t>기상 직후 본인이 인지한 전반적인 수면의 질</a:t>
            </a:r>
            <a:endParaRPr lang="ko-KR" altLang="en-US" sz="1200" kern="0" dirty="0"/>
          </a:p>
        </p:txBody>
      </p:sp>
    </p:spTree>
    <p:extLst>
      <p:ext uri="{BB962C8B-B14F-4D97-AF65-F5344CB8AC3E}">
        <p14:creationId xmlns:p14="http://schemas.microsoft.com/office/powerpoint/2010/main" val="11509408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개인별 </a:t>
            </a:r>
            <a:r>
              <a:rPr lang="en-US" altLang="ko-KR" dirty="0"/>
              <a:t>Q1 </a:t>
            </a:r>
            <a:r>
              <a:rPr lang="ko-KR" altLang="en-US" dirty="0"/>
              <a:t>평균 점수 </a:t>
            </a:r>
            <a:r>
              <a:rPr lang="ko-KR" altLang="en-US" dirty="0" smtClean="0"/>
              <a:t>비교분석 </a:t>
            </a:r>
            <a:r>
              <a:rPr lang="en-US" altLang="ko-KR" dirty="0" smtClean="0"/>
              <a:t>(2/2)</a:t>
            </a:r>
            <a:r>
              <a:rPr lang="ko-KR" altLang="en-US" dirty="0" smtClean="0"/>
              <a:t> </a:t>
            </a:r>
            <a:endParaRPr lang="ko-KR" altLang="en-US" dirty="0"/>
          </a:p>
        </p:txBody>
      </p:sp>
      <p:sp>
        <p:nvSpPr>
          <p:cNvPr id="6" name="내용 개체 틀 5"/>
          <p:cNvSpPr>
            <a:spLocks noGrp="1"/>
          </p:cNvSpPr>
          <p:nvPr>
            <p:ph idx="1"/>
          </p:nvPr>
        </p:nvSpPr>
        <p:spPr>
          <a:xfrm>
            <a:off x="272480" y="764703"/>
            <a:ext cx="9360470" cy="1043023"/>
          </a:xfrm>
        </p:spPr>
        <p:txBody>
          <a:bodyPr/>
          <a:lstStyle/>
          <a:p>
            <a:r>
              <a:rPr lang="en-US" altLang="ko-KR" b="0" dirty="0"/>
              <a:t>0: </a:t>
            </a:r>
            <a:r>
              <a:rPr lang="ko-KR" altLang="en-US" b="0" dirty="0"/>
              <a:t>개인 평균 이하</a:t>
            </a:r>
          </a:p>
          <a:p>
            <a:r>
              <a:rPr lang="en-US" altLang="ko-KR" b="0" dirty="0"/>
              <a:t>1: </a:t>
            </a:r>
            <a:r>
              <a:rPr lang="ko-KR" altLang="en-US" b="0" dirty="0"/>
              <a:t>개인 평균 이상</a:t>
            </a: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9613" y="1484784"/>
            <a:ext cx="9226204" cy="2880320"/>
          </a:xfrm>
          <a:prstGeom prst="rect">
            <a:avLst/>
          </a:prstGeom>
        </p:spPr>
      </p:pic>
      <p:sp>
        <p:nvSpPr>
          <p:cNvPr id="4" name="직사각형 3"/>
          <p:cNvSpPr/>
          <p:nvPr/>
        </p:nvSpPr>
        <p:spPr>
          <a:xfrm>
            <a:off x="311038" y="2915419"/>
            <a:ext cx="4181339" cy="21602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직사각형 8"/>
          <p:cNvSpPr/>
          <p:nvPr/>
        </p:nvSpPr>
        <p:spPr>
          <a:xfrm>
            <a:off x="377769" y="4509120"/>
            <a:ext cx="9188048" cy="1944216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altLang="ko-KR" sz="1100" dirty="0" smtClean="0">
                <a:solidFill>
                  <a:schemeClr val="tx1"/>
                </a:solidFill>
              </a:rPr>
              <a:t>[Id06] 8</a:t>
            </a:r>
            <a:r>
              <a:rPr lang="ko-KR" altLang="en-US" sz="1100" dirty="0" smtClean="0">
                <a:solidFill>
                  <a:schemeClr val="tx1"/>
                </a:solidFill>
              </a:rPr>
              <a:t>월 수면의 질 점수 </a:t>
            </a:r>
            <a:r>
              <a:rPr lang="en-US" altLang="ko-KR" sz="1100" dirty="0" smtClean="0">
                <a:solidFill>
                  <a:schemeClr val="tx1"/>
                </a:solidFill>
              </a:rPr>
              <a:t>0</a:t>
            </a:r>
            <a:r>
              <a:rPr lang="ko-KR" altLang="en-US" sz="1100" dirty="0" smtClean="0">
                <a:solidFill>
                  <a:schemeClr val="tx1"/>
                </a:solidFill>
              </a:rPr>
              <a:t>점 존재 </a:t>
            </a:r>
            <a:r>
              <a:rPr lang="en-US" altLang="ko-KR" sz="1100" dirty="0" smtClean="0">
                <a:solidFill>
                  <a:schemeClr val="tx1"/>
                </a:solidFill>
                <a:sym typeface="Wingdings" panose="05000000000000000000" pitchFamily="2" charset="2"/>
              </a:rPr>
              <a:t> 8</a:t>
            </a:r>
            <a:r>
              <a:rPr lang="ko-KR" altLang="en-US" sz="1100" dirty="0" smtClean="0">
                <a:solidFill>
                  <a:schemeClr val="tx1"/>
                </a:solidFill>
                <a:sym typeface="Wingdings" panose="05000000000000000000" pitchFamily="2" charset="2"/>
              </a:rPr>
              <a:t>월 </a:t>
            </a:r>
            <a:r>
              <a:rPr lang="en-US" altLang="ko-KR" sz="1100" dirty="0" smtClean="0">
                <a:solidFill>
                  <a:schemeClr val="tx1"/>
                </a:solidFill>
                <a:sym typeface="Wingdings" panose="05000000000000000000" pitchFamily="2" charset="2"/>
              </a:rPr>
              <a:t>8</a:t>
            </a:r>
            <a:r>
              <a:rPr lang="ko-KR" altLang="en-US" sz="1100" dirty="0" smtClean="0">
                <a:solidFill>
                  <a:schemeClr val="tx1"/>
                </a:solidFill>
                <a:sym typeface="Wingdings" panose="05000000000000000000" pitchFamily="2" charset="2"/>
              </a:rPr>
              <a:t>건 전부를 </a:t>
            </a:r>
            <a:r>
              <a:rPr lang="en-US" altLang="ko-KR" sz="1100" dirty="0" smtClean="0">
                <a:solidFill>
                  <a:schemeClr val="tx1"/>
                </a:solidFill>
                <a:sym typeface="Wingdings" panose="05000000000000000000" pitchFamily="2" charset="2"/>
              </a:rPr>
              <a:t>0</a:t>
            </a:r>
            <a:r>
              <a:rPr lang="ko-KR" altLang="en-US" sz="1100" dirty="0" smtClean="0">
                <a:solidFill>
                  <a:schemeClr val="tx1"/>
                </a:solidFill>
                <a:sym typeface="Wingdings" panose="05000000000000000000" pitchFamily="2" charset="2"/>
              </a:rPr>
              <a:t>으로 점수를 줌</a:t>
            </a:r>
            <a:endParaRPr lang="en-US" altLang="ko-KR" sz="1100" dirty="0" smtClean="0">
              <a:solidFill>
                <a:schemeClr val="tx1"/>
              </a:solidFill>
              <a:sym typeface="Wingdings" panose="05000000000000000000" pitchFamily="2" charset="2"/>
            </a:endParaRPr>
          </a:p>
          <a:p>
            <a:endParaRPr lang="en-US" altLang="ko-KR" sz="1100" dirty="0" smtClean="0">
              <a:solidFill>
                <a:schemeClr val="tx1"/>
              </a:solidFill>
              <a:sym typeface="Wingdings" panose="05000000000000000000" pitchFamily="2" charset="2"/>
            </a:endParaRPr>
          </a:p>
          <a:p>
            <a:r>
              <a:rPr lang="en-US" altLang="ko-KR" sz="1100" dirty="0" smtClean="0">
                <a:solidFill>
                  <a:schemeClr val="tx1"/>
                </a:solidFill>
                <a:sym typeface="Wingdings" panose="05000000000000000000" pitchFamily="2" charset="2"/>
              </a:rPr>
              <a:t>[Id07] 7</a:t>
            </a:r>
            <a:r>
              <a:rPr lang="ko-KR" altLang="en-US" sz="1100" dirty="0" smtClean="0">
                <a:solidFill>
                  <a:schemeClr val="tx1"/>
                </a:solidFill>
                <a:sym typeface="Wingdings" panose="05000000000000000000" pitchFamily="2" charset="2"/>
              </a:rPr>
              <a:t>월 수면의 질이 </a:t>
            </a:r>
            <a:r>
              <a:rPr lang="en-US" altLang="ko-KR" sz="1100" dirty="0" smtClean="0">
                <a:solidFill>
                  <a:schemeClr val="tx1"/>
                </a:solidFill>
                <a:sym typeface="Wingdings" panose="05000000000000000000" pitchFamily="2" charset="2"/>
              </a:rPr>
              <a:t>64% </a:t>
            </a:r>
            <a:r>
              <a:rPr lang="ko-KR" altLang="en-US" sz="1100" dirty="0" smtClean="0">
                <a:solidFill>
                  <a:schemeClr val="tx1"/>
                </a:solidFill>
                <a:sym typeface="Wingdings" panose="05000000000000000000" pitchFamily="2" charset="2"/>
              </a:rPr>
              <a:t>좋았다가 </a:t>
            </a:r>
            <a:r>
              <a:rPr lang="en-US" altLang="ko-KR" sz="1100" dirty="0" smtClean="0">
                <a:solidFill>
                  <a:schemeClr val="tx1"/>
                </a:solidFill>
                <a:sym typeface="Wingdings" panose="05000000000000000000" pitchFamily="2" charset="2"/>
              </a:rPr>
              <a:t>7</a:t>
            </a:r>
            <a:r>
              <a:rPr lang="ko-KR" altLang="en-US" sz="1100" dirty="0" smtClean="0">
                <a:solidFill>
                  <a:schemeClr val="tx1"/>
                </a:solidFill>
                <a:sym typeface="Wingdings" panose="05000000000000000000" pitchFamily="2" charset="2"/>
              </a:rPr>
              <a:t>월이 시작하면서 </a:t>
            </a:r>
            <a:r>
              <a:rPr lang="en-US" altLang="ko-KR" sz="1100" dirty="0" smtClean="0">
                <a:solidFill>
                  <a:schemeClr val="tx1"/>
                </a:solidFill>
                <a:sym typeface="Wingdings" panose="05000000000000000000" pitchFamily="2" charset="2"/>
              </a:rPr>
              <a:t>36% </a:t>
            </a:r>
            <a:r>
              <a:rPr lang="ko-KR" altLang="en-US" sz="1100" dirty="0" err="1" smtClean="0">
                <a:solidFill>
                  <a:schemeClr val="tx1"/>
                </a:solidFill>
                <a:sym typeface="Wingdings" panose="05000000000000000000" pitchFamily="2" charset="2"/>
              </a:rPr>
              <a:t>급하락</a:t>
            </a:r>
            <a:r>
              <a:rPr lang="ko-KR" altLang="en-US" sz="1100" dirty="0" smtClean="0">
                <a:solidFill>
                  <a:schemeClr val="tx1"/>
                </a:solidFill>
                <a:sym typeface="Wingdings" panose="05000000000000000000" pitchFamily="2" charset="2"/>
              </a:rPr>
              <a:t>  </a:t>
            </a:r>
            <a:endParaRPr lang="en-US" altLang="ko-KR" sz="1100" dirty="0" smtClean="0">
              <a:solidFill>
                <a:schemeClr val="tx1"/>
              </a:solidFill>
              <a:sym typeface="Wingdings" panose="05000000000000000000" pitchFamily="2" charset="2"/>
            </a:endParaRPr>
          </a:p>
          <a:p>
            <a:r>
              <a:rPr lang="ko-KR" altLang="en-US" sz="1100" dirty="0" smtClean="0">
                <a:solidFill>
                  <a:schemeClr val="tx1"/>
                </a:solidFill>
                <a:sym typeface="Wingdings" panose="05000000000000000000" pitchFamily="2" charset="2"/>
              </a:rPr>
              <a:t>반면 </a:t>
            </a:r>
            <a:r>
              <a:rPr lang="en-US" altLang="ko-KR" sz="1100" dirty="0" smtClean="0">
                <a:solidFill>
                  <a:schemeClr val="tx1"/>
                </a:solidFill>
                <a:sym typeface="Wingdings" panose="05000000000000000000" pitchFamily="2" charset="2"/>
              </a:rPr>
              <a:t>[Id10] 7</a:t>
            </a:r>
            <a:r>
              <a:rPr lang="ko-KR" altLang="en-US" sz="1100" dirty="0" smtClean="0">
                <a:solidFill>
                  <a:schemeClr val="tx1"/>
                </a:solidFill>
                <a:sym typeface="Wingdings" panose="05000000000000000000" pitchFamily="2" charset="2"/>
              </a:rPr>
              <a:t>월 수면의 질이 </a:t>
            </a:r>
            <a:r>
              <a:rPr lang="en-US" altLang="ko-KR" sz="1100" dirty="0" smtClean="0">
                <a:solidFill>
                  <a:schemeClr val="tx1"/>
                </a:solidFill>
                <a:sym typeface="Wingdings" panose="05000000000000000000" pitchFamily="2" charset="2"/>
              </a:rPr>
              <a:t>50% 8</a:t>
            </a:r>
            <a:r>
              <a:rPr lang="ko-KR" altLang="en-US" sz="1100" dirty="0" smtClean="0">
                <a:solidFill>
                  <a:schemeClr val="tx1"/>
                </a:solidFill>
                <a:sym typeface="Wingdings" panose="05000000000000000000" pitchFamily="2" charset="2"/>
              </a:rPr>
              <a:t>월 </a:t>
            </a:r>
            <a:r>
              <a:rPr lang="en-US" altLang="ko-KR" sz="1100" dirty="0" smtClean="0">
                <a:solidFill>
                  <a:schemeClr val="tx1"/>
                </a:solidFill>
                <a:sym typeface="Wingdings" panose="05000000000000000000" pitchFamily="2" charset="2"/>
              </a:rPr>
              <a:t>33% 9</a:t>
            </a:r>
            <a:r>
              <a:rPr lang="ko-KR" altLang="en-US" sz="1100" dirty="0" smtClean="0">
                <a:solidFill>
                  <a:schemeClr val="tx1"/>
                </a:solidFill>
                <a:sym typeface="Wingdings" panose="05000000000000000000" pitchFamily="2" charset="2"/>
              </a:rPr>
              <a:t>월 </a:t>
            </a:r>
            <a:r>
              <a:rPr lang="en-US" altLang="ko-KR" sz="1100" dirty="0" smtClean="0">
                <a:solidFill>
                  <a:schemeClr val="tx1"/>
                </a:solidFill>
                <a:sym typeface="Wingdings" panose="05000000000000000000" pitchFamily="2" charset="2"/>
              </a:rPr>
              <a:t>57% </a:t>
            </a:r>
            <a:r>
              <a:rPr lang="ko-KR" altLang="en-US" sz="1100" dirty="0" smtClean="0">
                <a:solidFill>
                  <a:schemeClr val="tx1"/>
                </a:solidFill>
                <a:sym typeface="Wingdings" panose="05000000000000000000" pitchFamily="2" charset="2"/>
              </a:rPr>
              <a:t>변화가 불규칙 함</a:t>
            </a:r>
            <a:endParaRPr lang="en-US" altLang="ko-KR" sz="1100" dirty="0" smtClean="0">
              <a:solidFill>
                <a:schemeClr val="tx1"/>
              </a:solidFill>
              <a:sym typeface="Wingdings" panose="05000000000000000000" pitchFamily="2" charset="2"/>
            </a:endParaRPr>
          </a:p>
          <a:p>
            <a:endParaRPr lang="en-US" altLang="ko-KR" sz="1100" dirty="0">
              <a:solidFill>
                <a:schemeClr val="tx1"/>
              </a:solidFill>
              <a:sym typeface="Wingdings" panose="05000000000000000000" pitchFamily="2" charset="2"/>
            </a:endParaRPr>
          </a:p>
          <a:p>
            <a:r>
              <a:rPr lang="en-US" altLang="ko-KR" sz="1100" dirty="0" smtClean="0">
                <a:solidFill>
                  <a:schemeClr val="tx1"/>
                </a:solidFill>
                <a:sym typeface="Wingdings" panose="05000000000000000000" pitchFamily="2" charset="2"/>
              </a:rPr>
              <a:t>[Id03]</a:t>
            </a:r>
            <a:r>
              <a:rPr lang="ko-KR" altLang="en-US" sz="1100" dirty="0" smtClean="0">
                <a:solidFill>
                  <a:schemeClr val="tx1"/>
                </a:solidFill>
                <a:sym typeface="Wingdings" panose="05000000000000000000" pitchFamily="2" charset="2"/>
              </a:rPr>
              <a:t>은 </a:t>
            </a:r>
            <a:r>
              <a:rPr lang="en-US" altLang="ko-KR" sz="1100" dirty="0" smtClean="0">
                <a:solidFill>
                  <a:schemeClr val="tx1"/>
                </a:solidFill>
                <a:sym typeface="Wingdings" panose="05000000000000000000" pitchFamily="2" charset="2"/>
              </a:rPr>
              <a:t>7</a:t>
            </a:r>
            <a:r>
              <a:rPr lang="ko-KR" altLang="en-US" sz="1100" dirty="0" smtClean="0">
                <a:solidFill>
                  <a:schemeClr val="tx1"/>
                </a:solidFill>
                <a:sym typeface="Wingdings" panose="05000000000000000000" pitchFamily="2" charset="2"/>
              </a:rPr>
              <a:t>월 </a:t>
            </a:r>
            <a:r>
              <a:rPr lang="en-US" altLang="ko-KR" sz="1100" dirty="0" smtClean="0">
                <a:solidFill>
                  <a:schemeClr val="tx1"/>
                </a:solidFill>
                <a:sym typeface="Wingdings" panose="05000000000000000000" pitchFamily="2" charset="2"/>
              </a:rPr>
              <a:t>8</a:t>
            </a:r>
            <a:r>
              <a:rPr lang="ko-KR" altLang="en-US" sz="1100" dirty="0" smtClean="0">
                <a:solidFill>
                  <a:schemeClr val="tx1"/>
                </a:solidFill>
                <a:sym typeface="Wingdings" panose="05000000000000000000" pitchFamily="2" charset="2"/>
              </a:rPr>
              <a:t>월 수면의 질이 좋음</a:t>
            </a:r>
            <a:r>
              <a:rPr lang="en-US" altLang="ko-KR" sz="1100" dirty="0" smtClean="0">
                <a:solidFill>
                  <a:schemeClr val="tx1"/>
                </a:solidFill>
                <a:sym typeface="Wingdings" panose="05000000000000000000" pitchFamily="2" charset="2"/>
              </a:rPr>
              <a:t>, </a:t>
            </a:r>
            <a:r>
              <a:rPr lang="ko-KR" altLang="en-US" sz="1100" dirty="0" smtClean="0">
                <a:solidFill>
                  <a:schemeClr val="tx1"/>
                </a:solidFill>
                <a:sym typeface="Wingdings" panose="05000000000000000000" pitchFamily="2" charset="2"/>
              </a:rPr>
              <a:t>여름 영향을 받지 않는 사람  </a:t>
            </a:r>
            <a:endParaRPr lang="en-US" altLang="ko-KR" sz="1100" dirty="0">
              <a:solidFill>
                <a:schemeClr val="tx1"/>
              </a:solidFill>
              <a:sym typeface="Wingdings" panose="05000000000000000000" pitchFamily="2" charset="2"/>
            </a:endParaRPr>
          </a:p>
          <a:p>
            <a:endParaRPr lang="en-US" altLang="ko-KR" sz="1100" dirty="0">
              <a:solidFill>
                <a:schemeClr val="tx1"/>
              </a:solidFill>
              <a:sym typeface="Wingdings" panose="05000000000000000000" pitchFamily="2" charset="2"/>
            </a:endParaRPr>
          </a:p>
          <a:p>
            <a:r>
              <a:rPr lang="en-US" altLang="ko-KR" sz="1100" dirty="0" smtClean="0">
                <a:solidFill>
                  <a:schemeClr val="tx1"/>
                </a:solidFill>
                <a:sym typeface="Wingdings" panose="05000000000000000000" pitchFamily="2" charset="2"/>
              </a:rPr>
              <a:t>[Id09] 9</a:t>
            </a:r>
            <a:r>
              <a:rPr lang="ko-KR" altLang="en-US" sz="1100" dirty="0" smtClean="0">
                <a:solidFill>
                  <a:schemeClr val="tx1"/>
                </a:solidFill>
                <a:sym typeface="Wingdings" panose="05000000000000000000" pitchFamily="2" charset="2"/>
              </a:rPr>
              <a:t>월 수면의 질이 </a:t>
            </a:r>
            <a:r>
              <a:rPr lang="en-US" altLang="ko-KR" sz="1100" dirty="0" smtClean="0">
                <a:solidFill>
                  <a:schemeClr val="tx1"/>
                </a:solidFill>
                <a:sym typeface="Wingdings" panose="05000000000000000000" pitchFamily="2" charset="2"/>
              </a:rPr>
              <a:t>100%</a:t>
            </a:r>
            <a:r>
              <a:rPr lang="ko-KR" altLang="en-US" sz="1100" dirty="0" smtClean="0">
                <a:solidFill>
                  <a:schemeClr val="tx1"/>
                </a:solidFill>
                <a:sym typeface="Wingdings" panose="05000000000000000000" pitchFamily="2" charset="2"/>
              </a:rPr>
              <a:t>로 향상 됨  </a:t>
            </a:r>
            <a:r>
              <a:rPr lang="en-US" altLang="ko-KR" sz="1100" dirty="0" smtClean="0">
                <a:solidFill>
                  <a:schemeClr val="tx1"/>
                </a:solidFill>
                <a:sym typeface="Wingdings" panose="05000000000000000000" pitchFamily="2" charset="2"/>
              </a:rPr>
              <a:t>(9</a:t>
            </a:r>
            <a:r>
              <a:rPr lang="ko-KR" altLang="en-US" sz="1100" dirty="0" smtClean="0">
                <a:solidFill>
                  <a:schemeClr val="tx1"/>
                </a:solidFill>
                <a:sym typeface="Wingdings" panose="05000000000000000000" pitchFamily="2" charset="2"/>
              </a:rPr>
              <a:t>월 </a:t>
            </a:r>
            <a:r>
              <a:rPr lang="en-US" altLang="ko-KR" sz="1100" dirty="0" smtClean="0">
                <a:solidFill>
                  <a:schemeClr val="tx1"/>
                </a:solidFill>
                <a:sym typeface="Wingdings" panose="05000000000000000000" pitchFamily="2" charset="2"/>
              </a:rPr>
              <a:t>3</a:t>
            </a:r>
            <a:r>
              <a:rPr lang="ko-KR" altLang="en-US" sz="1100" dirty="0" smtClean="0">
                <a:solidFill>
                  <a:schemeClr val="tx1"/>
                </a:solidFill>
                <a:sym typeface="Wingdings" panose="05000000000000000000" pitchFamily="2" charset="2"/>
              </a:rPr>
              <a:t>건</a:t>
            </a:r>
            <a:r>
              <a:rPr lang="en-US" altLang="ko-KR" sz="1100" dirty="0" smtClean="0">
                <a:solidFill>
                  <a:schemeClr val="tx1"/>
                </a:solidFill>
                <a:sym typeface="Wingdings" panose="05000000000000000000" pitchFamily="2" charset="2"/>
              </a:rPr>
              <a:t>)</a:t>
            </a:r>
          </a:p>
          <a:p>
            <a:endParaRPr lang="en-US" altLang="ko-KR" sz="1100" dirty="0">
              <a:solidFill>
                <a:schemeClr val="tx1"/>
              </a:solidFill>
              <a:sym typeface="Wingdings" panose="05000000000000000000" pitchFamily="2" charset="2"/>
            </a:endParaRPr>
          </a:p>
          <a:p>
            <a:r>
              <a:rPr lang="en-US" altLang="ko-KR" sz="1100" dirty="0" smtClean="0">
                <a:solidFill>
                  <a:schemeClr val="tx1"/>
                </a:solidFill>
                <a:sym typeface="Wingdings" panose="05000000000000000000" pitchFamily="2" charset="2"/>
              </a:rPr>
              <a:t> </a:t>
            </a:r>
            <a:r>
              <a:rPr lang="ko-KR" altLang="en-US" sz="1100" dirty="0" smtClean="0">
                <a:solidFill>
                  <a:schemeClr val="tx1"/>
                </a:solidFill>
                <a:sym typeface="Wingdings" panose="05000000000000000000" pitchFamily="2" charset="2"/>
              </a:rPr>
              <a:t>어떤 사람은 예민해서 여름에 잠을 설치고 어떤 사람은 </a:t>
            </a:r>
            <a:r>
              <a:rPr lang="ko-KR" altLang="en-US" sz="1100" dirty="0" err="1" smtClean="0">
                <a:solidFill>
                  <a:schemeClr val="tx1"/>
                </a:solidFill>
                <a:sym typeface="Wingdings" panose="05000000000000000000" pitchFamily="2" charset="2"/>
              </a:rPr>
              <a:t>둔감해서</a:t>
            </a:r>
            <a:r>
              <a:rPr lang="ko-KR" altLang="en-US" sz="1100" dirty="0" smtClean="0">
                <a:solidFill>
                  <a:schemeClr val="tx1"/>
                </a:solidFill>
                <a:sym typeface="Wingdings" panose="05000000000000000000" pitchFamily="2" charset="2"/>
              </a:rPr>
              <a:t> 여름에 더워도 잠을 </a:t>
            </a:r>
            <a:r>
              <a:rPr lang="ko-KR" altLang="en-US" sz="1100" dirty="0" err="1" smtClean="0">
                <a:solidFill>
                  <a:schemeClr val="tx1"/>
                </a:solidFill>
                <a:sym typeface="Wingdings" panose="05000000000000000000" pitchFamily="2" charset="2"/>
              </a:rPr>
              <a:t>잘잔다</a:t>
            </a:r>
            <a:r>
              <a:rPr lang="en-US" altLang="ko-KR" sz="1100" dirty="0" smtClean="0">
                <a:solidFill>
                  <a:schemeClr val="tx1"/>
                </a:solidFill>
                <a:sym typeface="Wingdings" panose="05000000000000000000" pitchFamily="2" charset="2"/>
              </a:rPr>
              <a:t>. </a:t>
            </a:r>
            <a:r>
              <a:rPr lang="ko-KR" altLang="en-US" sz="1100" b="1" u="sng" dirty="0" smtClean="0">
                <a:solidFill>
                  <a:srgbClr val="FF0000"/>
                </a:solidFill>
                <a:sym typeface="Wingdings" panose="05000000000000000000" pitchFamily="2" charset="2"/>
              </a:rPr>
              <a:t>사람마다 편차가 존재</a:t>
            </a:r>
            <a:r>
              <a:rPr lang="en-US" altLang="ko-KR" sz="1100" b="1" u="sng" dirty="0">
                <a:solidFill>
                  <a:srgbClr val="FF0000"/>
                </a:solidFill>
                <a:sym typeface="Wingdings" panose="05000000000000000000" pitchFamily="2" charset="2"/>
              </a:rPr>
              <a:t> </a:t>
            </a:r>
            <a:r>
              <a:rPr lang="en-US" altLang="ko-KR" sz="1100" b="1" u="sng" dirty="0" smtClean="0">
                <a:solidFill>
                  <a:srgbClr val="FF0000"/>
                </a:solidFill>
                <a:sym typeface="Wingdings" panose="05000000000000000000" pitchFamily="2" charset="2"/>
              </a:rPr>
              <a:t> </a:t>
            </a:r>
            <a:r>
              <a:rPr lang="ko-KR" altLang="en-US" sz="1100" b="1" u="sng" dirty="0" smtClean="0">
                <a:solidFill>
                  <a:srgbClr val="FF0000"/>
                </a:solidFill>
                <a:sym typeface="Wingdings" panose="05000000000000000000" pitchFamily="2" charset="2"/>
              </a:rPr>
              <a:t> </a:t>
            </a:r>
            <a:r>
              <a:rPr lang="en-US" altLang="ko-KR" sz="1100" b="1" u="sng" dirty="0" smtClean="0">
                <a:solidFill>
                  <a:srgbClr val="FF0000"/>
                </a:solidFill>
                <a:sym typeface="Wingdings" panose="05000000000000000000" pitchFamily="2" charset="2"/>
              </a:rPr>
              <a:t>ID</a:t>
            </a:r>
            <a:r>
              <a:rPr lang="ko-KR" altLang="en-US" sz="1100" b="1" u="sng" dirty="0" smtClean="0">
                <a:solidFill>
                  <a:srgbClr val="FF0000"/>
                </a:solidFill>
                <a:sym typeface="Wingdings" panose="05000000000000000000" pitchFamily="2" charset="2"/>
              </a:rPr>
              <a:t>별 타겟 </a:t>
            </a:r>
            <a:r>
              <a:rPr lang="ko-KR" altLang="en-US" sz="1100" b="1" u="sng" dirty="0" err="1" smtClean="0">
                <a:solidFill>
                  <a:srgbClr val="FF0000"/>
                </a:solidFill>
                <a:sym typeface="Wingdings" panose="05000000000000000000" pitchFamily="2" charset="2"/>
              </a:rPr>
              <a:t>인코딩</a:t>
            </a:r>
            <a:r>
              <a:rPr lang="en-US" altLang="ko-KR" sz="1100" b="1" dirty="0" smtClean="0">
                <a:solidFill>
                  <a:srgbClr val="FF0000"/>
                </a:solidFill>
                <a:sym typeface="Wingdings" panose="05000000000000000000" pitchFamily="2" charset="2"/>
              </a:rPr>
              <a:t> </a:t>
            </a:r>
            <a:r>
              <a:rPr lang="ko-KR" altLang="en-US" sz="1100" b="1" dirty="0" smtClean="0">
                <a:solidFill>
                  <a:srgbClr val="FF0000"/>
                </a:solidFill>
              </a:rPr>
              <a:t> </a:t>
            </a:r>
            <a:r>
              <a:rPr lang="en-US" altLang="ko-KR" sz="1100" b="1" dirty="0" smtClean="0">
                <a:solidFill>
                  <a:srgbClr val="FF0000"/>
                </a:solidFill>
              </a:rPr>
              <a:t> </a:t>
            </a:r>
            <a:endParaRPr lang="en-US" altLang="ko-KR" sz="1100" b="1" dirty="0">
              <a:solidFill>
                <a:srgbClr val="FF0000"/>
              </a:solidFill>
              <a:sym typeface="Wingdings" panose="05000000000000000000" pitchFamily="2" charset="2"/>
            </a:endParaRPr>
          </a:p>
        </p:txBody>
      </p:sp>
      <p:sp>
        <p:nvSpPr>
          <p:cNvPr id="16" name="직사각형 15"/>
          <p:cNvSpPr/>
          <p:nvPr/>
        </p:nvSpPr>
        <p:spPr>
          <a:xfrm>
            <a:off x="2097063" y="2483371"/>
            <a:ext cx="1296144" cy="25312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직사각형 19"/>
          <p:cNvSpPr/>
          <p:nvPr/>
        </p:nvSpPr>
        <p:spPr>
          <a:xfrm>
            <a:off x="311038" y="2303351"/>
            <a:ext cx="5146018" cy="22445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모서리가 둥근 직사각형 21"/>
          <p:cNvSpPr/>
          <p:nvPr/>
        </p:nvSpPr>
        <p:spPr>
          <a:xfrm>
            <a:off x="6177136" y="233809"/>
            <a:ext cx="3455814" cy="36004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kern="0"/>
              <a:t>Q1: </a:t>
            </a:r>
            <a:r>
              <a:rPr lang="ko-KR" altLang="en-US" sz="1200" kern="0"/>
              <a:t>기상 직후 본인이 인지한 전반적인 수면의 질</a:t>
            </a:r>
            <a:endParaRPr lang="ko-KR" altLang="en-US" sz="1200" kern="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내용 개체 틀 4"/>
          <p:cNvSpPr>
            <a:spLocks noGrp="1"/>
          </p:cNvSpPr>
          <p:nvPr>
            <p:ph idx="1"/>
          </p:nvPr>
        </p:nvSpPr>
        <p:spPr>
          <a:xfrm>
            <a:off x="560512" y="1373857"/>
            <a:ext cx="9145016" cy="4143375"/>
          </a:xfrm>
        </p:spPr>
        <p:txBody>
          <a:bodyPr/>
          <a:lstStyle/>
          <a:p>
            <a:pPr marL="0" indent="0">
              <a:lnSpc>
                <a:spcPct val="150000"/>
              </a:lnSpc>
              <a:buNone/>
            </a:pPr>
            <a:r>
              <a:rPr lang="en-US" altLang="ko-KR" sz="1400" dirty="0" smtClean="0">
                <a:solidFill>
                  <a:schemeClr val="bg1">
                    <a:lumMod val="50000"/>
                  </a:schemeClr>
                </a:solidFill>
              </a:rPr>
              <a:t># </a:t>
            </a:r>
            <a:r>
              <a:rPr lang="ko-KR" altLang="en-US" sz="1400" dirty="0" smtClean="0">
                <a:solidFill>
                  <a:schemeClr val="bg1">
                    <a:lumMod val="50000"/>
                  </a:schemeClr>
                </a:solidFill>
              </a:rPr>
              <a:t>예측 타겟 중 </a:t>
            </a:r>
            <a:r>
              <a:rPr lang="en-US" altLang="ko-KR" sz="1400" dirty="0" smtClean="0">
                <a:solidFill>
                  <a:schemeClr val="bg1">
                    <a:lumMod val="50000"/>
                  </a:schemeClr>
                </a:solidFill>
              </a:rPr>
              <a:t>F1 </a:t>
            </a:r>
            <a:r>
              <a:rPr lang="ko-KR" altLang="en-US" sz="1400" dirty="0" smtClean="0">
                <a:solidFill>
                  <a:schemeClr val="bg1">
                    <a:lumMod val="50000"/>
                  </a:schemeClr>
                </a:solidFill>
              </a:rPr>
              <a:t>점수가 낮은 </a:t>
            </a:r>
            <a:r>
              <a:rPr lang="en-US" altLang="ko-KR" sz="1400" dirty="0" smtClean="0">
                <a:solidFill>
                  <a:schemeClr val="bg1">
                    <a:lumMod val="50000"/>
                  </a:schemeClr>
                </a:solidFill>
              </a:rPr>
              <a:t>Q1, S1 </a:t>
            </a:r>
            <a:r>
              <a:rPr lang="ko-KR" altLang="en-US" sz="1400" dirty="0" smtClean="0">
                <a:solidFill>
                  <a:schemeClr val="bg1">
                    <a:lumMod val="50000"/>
                  </a:schemeClr>
                </a:solidFill>
              </a:rPr>
              <a:t>탐색</a:t>
            </a:r>
            <a:endParaRPr lang="en-US" altLang="ko-KR" sz="1400" dirty="0" smtClean="0">
              <a:solidFill>
                <a:schemeClr val="bg1">
                  <a:lumMod val="50000"/>
                </a:schemeClr>
              </a:solidFill>
            </a:endParaRPr>
          </a:p>
          <a:p>
            <a:pPr marL="400050" indent="-400050">
              <a:lnSpc>
                <a:spcPct val="150000"/>
              </a:lnSpc>
              <a:buAutoNum type="romanUcPeriod"/>
            </a:pPr>
            <a:r>
              <a:rPr lang="ko-KR" altLang="en-US" sz="1600" dirty="0" smtClean="0"/>
              <a:t>타겟 데이터 탐색 </a:t>
            </a:r>
            <a:r>
              <a:rPr lang="en-US" altLang="ko-KR" sz="1600" dirty="0" smtClean="0"/>
              <a:t>- Q1 </a:t>
            </a:r>
          </a:p>
          <a:p>
            <a:pPr marL="400050" indent="-400050">
              <a:lnSpc>
                <a:spcPct val="150000"/>
              </a:lnSpc>
              <a:buFontTx/>
              <a:buAutoNum type="romanUcPeriod"/>
            </a:pPr>
            <a:r>
              <a:rPr lang="ko-KR" altLang="en-US" sz="1600" dirty="0"/>
              <a:t>타겟 데이터 탐색 </a:t>
            </a:r>
            <a:r>
              <a:rPr lang="en-US" altLang="ko-KR" sz="1600" dirty="0" smtClean="0"/>
              <a:t>- S1 </a:t>
            </a:r>
          </a:p>
          <a:p>
            <a:pPr marL="400050" indent="-400050">
              <a:lnSpc>
                <a:spcPct val="150000"/>
              </a:lnSpc>
              <a:buFontTx/>
              <a:buAutoNum type="romanUcPeriod"/>
            </a:pPr>
            <a:r>
              <a:rPr lang="en-US" altLang="ko-KR" sz="1600" dirty="0" smtClean="0"/>
              <a:t>{</a:t>
            </a:r>
            <a:r>
              <a:rPr lang="ko-KR" altLang="en-US" sz="1600" dirty="0" smtClean="0"/>
              <a:t>블루투스</a:t>
            </a:r>
            <a:r>
              <a:rPr lang="en-US" altLang="ko-KR" sz="1600" dirty="0" smtClean="0"/>
              <a:t>, </a:t>
            </a:r>
            <a:r>
              <a:rPr lang="en-US" altLang="ko-KR" sz="1600" dirty="0" err="1" smtClean="0"/>
              <a:t>wifi</a:t>
            </a:r>
            <a:r>
              <a:rPr lang="en-US" altLang="ko-KR" sz="1600" dirty="0" smtClean="0"/>
              <a:t>}</a:t>
            </a:r>
            <a:r>
              <a:rPr lang="ko-KR" altLang="en-US" sz="1600" dirty="0" smtClean="0"/>
              <a:t>와 같은 </a:t>
            </a:r>
            <a:r>
              <a:rPr lang="ko-KR" altLang="en-US" sz="1600" dirty="0" err="1" smtClean="0"/>
              <a:t>기기신호와</a:t>
            </a:r>
            <a:r>
              <a:rPr lang="ko-KR" altLang="en-US" sz="1600" dirty="0" smtClean="0"/>
              <a:t> 타겟과의 상관관계 분석</a:t>
            </a:r>
            <a:endParaRPr lang="en-US" altLang="ko-KR" sz="1600" dirty="0"/>
          </a:p>
          <a:p>
            <a:pPr marL="400050" indent="-400050">
              <a:lnSpc>
                <a:spcPct val="150000"/>
              </a:lnSpc>
              <a:buFontTx/>
              <a:buAutoNum type="romanUcPeriod"/>
            </a:pPr>
            <a:r>
              <a:rPr lang="en-US" altLang="ko-KR" sz="1600" dirty="0" smtClean="0"/>
              <a:t>{</a:t>
            </a:r>
            <a:r>
              <a:rPr lang="ko-KR" altLang="en-US" sz="1600" dirty="0" smtClean="0"/>
              <a:t>과도한 기기 사용</a:t>
            </a:r>
            <a:r>
              <a:rPr lang="en-US" altLang="ko-KR" sz="1600" dirty="0" smtClean="0"/>
              <a:t>}</a:t>
            </a:r>
            <a:r>
              <a:rPr lang="ko-KR" altLang="en-US" sz="1600" dirty="0" smtClean="0"/>
              <a:t>과 </a:t>
            </a:r>
            <a:r>
              <a:rPr lang="ko-KR" altLang="en-US" sz="1600" dirty="0"/>
              <a:t>타겟과의 상관관계 </a:t>
            </a:r>
            <a:r>
              <a:rPr lang="ko-KR" altLang="en-US" sz="1600" dirty="0" smtClean="0"/>
              <a:t>분석</a:t>
            </a:r>
            <a:endParaRPr lang="en-US" altLang="ko-KR" sz="1600" dirty="0" smtClean="0"/>
          </a:p>
          <a:p>
            <a:pPr marL="400050" indent="-400050">
              <a:lnSpc>
                <a:spcPct val="150000"/>
              </a:lnSpc>
              <a:buFontTx/>
              <a:buAutoNum type="romanUcPeriod"/>
            </a:pPr>
            <a:r>
              <a:rPr lang="en-US" altLang="ko-KR" sz="1600" dirty="0" smtClean="0"/>
              <a:t>{</a:t>
            </a:r>
            <a:r>
              <a:rPr lang="en-US" altLang="ko-KR" sz="1600" dirty="0" err="1" smtClean="0"/>
              <a:t>Sleeptime</a:t>
            </a:r>
            <a:r>
              <a:rPr lang="en-US" altLang="ko-KR" sz="1600" dirty="0" smtClean="0"/>
              <a:t>(00-05)</a:t>
            </a:r>
            <a:r>
              <a:rPr lang="ko-KR" altLang="en-US" sz="1600" dirty="0" smtClean="0"/>
              <a:t>에 행동</a:t>
            </a:r>
            <a:r>
              <a:rPr lang="en-US" altLang="ko-KR" sz="1600" dirty="0" smtClean="0"/>
              <a:t>(</a:t>
            </a:r>
            <a:r>
              <a:rPr lang="ko-KR" altLang="en-US" sz="1600" dirty="0" err="1" smtClean="0"/>
              <a:t>주변소음</a:t>
            </a:r>
            <a:r>
              <a:rPr lang="en-US" altLang="ko-KR" sz="1600" dirty="0" smtClean="0"/>
              <a:t>, </a:t>
            </a:r>
            <a:r>
              <a:rPr lang="ko-KR" altLang="en-US" sz="1600" dirty="0" err="1" smtClean="0"/>
              <a:t>코골이</a:t>
            </a:r>
            <a:r>
              <a:rPr lang="en-US" altLang="ko-KR" sz="1600" dirty="0" smtClean="0"/>
              <a:t>, </a:t>
            </a:r>
            <a:r>
              <a:rPr lang="ko-KR" altLang="en-US" sz="1600" dirty="0" smtClean="0"/>
              <a:t>뒤척임</a:t>
            </a:r>
            <a:r>
              <a:rPr lang="en-US" altLang="ko-KR" sz="1600" dirty="0" smtClean="0"/>
              <a:t>, </a:t>
            </a:r>
            <a:r>
              <a:rPr lang="ko-KR" altLang="en-US" sz="1600" dirty="0" err="1" smtClean="0"/>
              <a:t>새벽화장실</a:t>
            </a:r>
            <a:r>
              <a:rPr lang="en-US" altLang="ko-KR" sz="1600" dirty="0" smtClean="0"/>
              <a:t>)}</a:t>
            </a:r>
            <a:r>
              <a:rPr lang="ko-KR" altLang="en-US" sz="1600" dirty="0" smtClean="0"/>
              <a:t>과 </a:t>
            </a:r>
            <a:r>
              <a:rPr lang="ko-KR" altLang="en-US" sz="1600" dirty="0"/>
              <a:t>타겟과의 상관관계 </a:t>
            </a:r>
            <a:r>
              <a:rPr lang="ko-KR" altLang="en-US" sz="1600" dirty="0" smtClean="0"/>
              <a:t>분석</a:t>
            </a:r>
            <a:endParaRPr lang="en-US" altLang="ko-KR" sz="1600" dirty="0" smtClean="0"/>
          </a:p>
          <a:p>
            <a:pPr marL="400050" indent="-400050">
              <a:lnSpc>
                <a:spcPct val="150000"/>
              </a:lnSpc>
              <a:buFontTx/>
              <a:buAutoNum type="romanUcPeriod"/>
            </a:pPr>
            <a:r>
              <a:rPr lang="en-US" altLang="ko-KR" sz="1600" dirty="0" smtClean="0"/>
              <a:t>{</a:t>
            </a:r>
            <a:r>
              <a:rPr lang="ko-KR" altLang="en-US" sz="1600" dirty="0" smtClean="0"/>
              <a:t>운동</a:t>
            </a:r>
            <a:r>
              <a:rPr lang="en-US" altLang="ko-KR" sz="1600" dirty="0" smtClean="0"/>
              <a:t>(</a:t>
            </a:r>
            <a:r>
              <a:rPr lang="ko-KR" altLang="en-US" sz="1600" dirty="0" err="1" smtClean="0"/>
              <a:t>걸음수</a:t>
            </a:r>
            <a:r>
              <a:rPr lang="ko-KR" altLang="en-US" sz="1600" dirty="0" smtClean="0"/>
              <a:t> 등</a:t>
            </a:r>
            <a:r>
              <a:rPr lang="en-US" altLang="ko-KR" sz="1600" dirty="0" smtClean="0"/>
              <a:t>)}</a:t>
            </a:r>
            <a:r>
              <a:rPr lang="ko-KR" altLang="en-US" sz="1600" dirty="0" smtClean="0"/>
              <a:t>과 타겟과의 상관관계 분석 </a:t>
            </a:r>
            <a:endParaRPr lang="en-US" altLang="ko-KR" sz="1600" dirty="0" smtClean="0"/>
          </a:p>
          <a:p>
            <a:pPr marL="400050" indent="-400050">
              <a:lnSpc>
                <a:spcPct val="150000"/>
              </a:lnSpc>
              <a:buFontTx/>
              <a:buAutoNum type="romanUcPeriod"/>
            </a:pPr>
            <a:r>
              <a:rPr lang="en-US" altLang="ko-KR" sz="1600" dirty="0" smtClean="0"/>
              <a:t>{</a:t>
            </a:r>
            <a:r>
              <a:rPr lang="ko-KR" altLang="en-US" sz="1600" dirty="0" err="1" smtClean="0"/>
              <a:t>심박동수</a:t>
            </a:r>
            <a:r>
              <a:rPr lang="en-US" altLang="ko-KR" sz="1600" dirty="0" smtClean="0"/>
              <a:t>}</a:t>
            </a:r>
            <a:r>
              <a:rPr lang="ko-KR" altLang="en-US" sz="1600" dirty="0" smtClean="0"/>
              <a:t>와 </a:t>
            </a:r>
            <a:r>
              <a:rPr lang="ko-KR" altLang="en-US" sz="1600" dirty="0"/>
              <a:t>타겟과의 상관관계 분석 </a:t>
            </a:r>
            <a:endParaRPr lang="en-US" altLang="ko-KR" sz="1600" dirty="0" smtClean="0"/>
          </a:p>
          <a:p>
            <a:pPr marL="400050" indent="-400050">
              <a:lnSpc>
                <a:spcPct val="150000"/>
              </a:lnSpc>
              <a:buFontTx/>
              <a:buAutoNum type="romanUcPeriod"/>
            </a:pPr>
            <a:r>
              <a:rPr lang="en-US" altLang="ko-KR" sz="1600" dirty="0" smtClean="0"/>
              <a:t>{</a:t>
            </a:r>
            <a:r>
              <a:rPr lang="ko-KR" altLang="en-US" sz="1600" dirty="0" smtClean="0"/>
              <a:t>계절</a:t>
            </a:r>
            <a:r>
              <a:rPr lang="en-US" altLang="ko-KR" sz="1600" dirty="0" smtClean="0"/>
              <a:t>/</a:t>
            </a:r>
            <a:r>
              <a:rPr lang="ko-KR" altLang="en-US" sz="1600" dirty="0" smtClean="0"/>
              <a:t>월</a:t>
            </a:r>
            <a:r>
              <a:rPr lang="en-US" altLang="ko-KR" sz="1600" dirty="0" smtClean="0"/>
              <a:t>}</a:t>
            </a:r>
            <a:r>
              <a:rPr lang="ko-KR" altLang="en-US" sz="1600" dirty="0" smtClean="0"/>
              <a:t>과 </a:t>
            </a:r>
            <a:r>
              <a:rPr lang="ko-KR" altLang="en-US" sz="1600" dirty="0"/>
              <a:t>타겟과의 상관관계 분석 </a:t>
            </a:r>
            <a:endParaRPr lang="en-US" altLang="ko-KR" sz="1600" dirty="0" smtClean="0"/>
          </a:p>
          <a:p>
            <a:pPr marL="400050" indent="-400050">
              <a:lnSpc>
                <a:spcPct val="150000"/>
              </a:lnSpc>
              <a:buFontTx/>
              <a:buAutoNum type="romanUcPeriod"/>
            </a:pPr>
            <a:r>
              <a:rPr lang="en-US" altLang="ko-KR" sz="1600" dirty="0" smtClean="0"/>
              <a:t>{</a:t>
            </a:r>
            <a:r>
              <a:rPr lang="ko-KR" altLang="en-US" sz="1600" dirty="0" smtClean="0"/>
              <a:t>주말</a:t>
            </a:r>
            <a:r>
              <a:rPr lang="en-US" altLang="ko-KR" sz="1600" dirty="0" smtClean="0"/>
              <a:t>, </a:t>
            </a:r>
            <a:r>
              <a:rPr lang="ko-KR" altLang="en-US" sz="1600" dirty="0" smtClean="0"/>
              <a:t>공휴일</a:t>
            </a:r>
            <a:r>
              <a:rPr lang="en-US" altLang="ko-KR" sz="1600" dirty="0" smtClean="0"/>
              <a:t>, </a:t>
            </a:r>
            <a:r>
              <a:rPr lang="ko-KR" altLang="en-US" sz="1600" dirty="0" smtClean="0"/>
              <a:t>휴가</a:t>
            </a:r>
            <a:r>
              <a:rPr lang="en-US" altLang="ko-KR" sz="1600" dirty="0" smtClean="0"/>
              <a:t>}</a:t>
            </a:r>
            <a:r>
              <a:rPr lang="ko-KR" altLang="en-US" sz="1600" dirty="0" smtClean="0"/>
              <a:t>와 타겟과의 상관관계 분석</a:t>
            </a:r>
            <a:endParaRPr lang="en-US" altLang="ko-KR" sz="1600" dirty="0" smtClean="0"/>
          </a:p>
          <a:p>
            <a:pPr marL="400050" indent="-400050">
              <a:lnSpc>
                <a:spcPct val="150000"/>
              </a:lnSpc>
              <a:buFontTx/>
              <a:buAutoNum type="romanUcPeriod"/>
            </a:pPr>
            <a:r>
              <a:rPr lang="ko-KR" altLang="en-US" sz="1600" dirty="0"/>
              <a:t>이미지 분석  </a:t>
            </a:r>
            <a:r>
              <a:rPr lang="ko-KR" altLang="en-US" sz="1600" dirty="0" smtClean="0"/>
              <a:t> </a:t>
            </a:r>
            <a:endParaRPr lang="en-US" altLang="ko-KR" sz="1600" dirty="0"/>
          </a:p>
          <a:p>
            <a:pPr marL="400050" indent="-400050">
              <a:lnSpc>
                <a:spcPct val="150000"/>
              </a:lnSpc>
              <a:buFontTx/>
              <a:buAutoNum type="romanUcPeriod"/>
            </a:pPr>
            <a:endParaRPr lang="ko-KR" altLang="en-US" sz="1600" dirty="0"/>
          </a:p>
          <a:p>
            <a:pPr marL="400050" indent="-400050">
              <a:lnSpc>
                <a:spcPct val="150000"/>
              </a:lnSpc>
              <a:buAutoNum type="romanUcPeriod"/>
            </a:pPr>
            <a:endParaRPr lang="ko-KR" altLang="en-US" sz="1600" dirty="0" smtClean="0"/>
          </a:p>
        </p:txBody>
      </p:sp>
      <p:sp>
        <p:nvSpPr>
          <p:cNvPr id="8" name="제목 5"/>
          <p:cNvSpPr>
            <a:spLocks noGrp="1"/>
          </p:cNvSpPr>
          <p:nvPr>
            <p:ph type="title"/>
          </p:nvPr>
        </p:nvSpPr>
        <p:spPr>
          <a:xfrm>
            <a:off x="488504" y="836712"/>
            <a:ext cx="4032448" cy="360040"/>
          </a:xfrm>
        </p:spPr>
        <p:txBody>
          <a:bodyPr/>
          <a:lstStyle/>
          <a:p>
            <a:r>
              <a:rPr lang="ko-KR" altLang="en-US" sz="2400" dirty="0" smtClean="0"/>
              <a:t>목차</a:t>
            </a:r>
            <a:endParaRPr lang="ko-KR" altLang="en-US" dirty="0"/>
          </a:p>
        </p:txBody>
      </p:sp>
      <p:sp>
        <p:nvSpPr>
          <p:cNvPr id="9" name="직사각형 8"/>
          <p:cNvSpPr/>
          <p:nvPr/>
        </p:nvSpPr>
        <p:spPr>
          <a:xfrm>
            <a:off x="560512" y="2214389"/>
            <a:ext cx="4680520" cy="432048"/>
          </a:xfrm>
          <a:prstGeom prst="rect">
            <a:avLst/>
          </a:prstGeom>
          <a:solidFill>
            <a:schemeClr val="accent4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aphicFrame>
        <p:nvGraphicFramePr>
          <p:cNvPr id="11" name="표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02550117"/>
              </p:ext>
            </p:extLst>
          </p:nvPr>
        </p:nvGraphicFramePr>
        <p:xfrm>
          <a:off x="3368824" y="1772816"/>
          <a:ext cx="7992888" cy="8591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7992888">
                  <a:extLst>
                    <a:ext uri="{9D8B030D-6E8A-4147-A177-3AD203B41FA5}">
                      <a16:colId xmlns:a16="http://schemas.microsoft.com/office/drawing/2014/main" val="2100540287"/>
                    </a:ext>
                  </a:extLst>
                </a:gridCol>
              </a:tblGrid>
              <a:tr h="214785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700" u="none" strike="noStrike" dirty="0">
                          <a:effectLst/>
                        </a:rPr>
                        <a:t>[</a:t>
                      </a:r>
                      <a:r>
                        <a:rPr lang="en-US" altLang="ko-KR" sz="700" u="none" strike="noStrike" dirty="0" err="1">
                          <a:effectLst/>
                        </a:rPr>
                        <a:t>test_size</a:t>
                      </a:r>
                      <a:r>
                        <a:rPr lang="en-US" altLang="ko-KR" sz="700" u="none" strike="noStrike" dirty="0">
                          <a:effectLst/>
                        </a:rPr>
                        <a:t>=0.5] </a:t>
                      </a:r>
                      <a:r>
                        <a:rPr lang="ko-KR" altLang="en-US" sz="700" u="none" strike="noStrike" dirty="0">
                          <a:effectLst/>
                        </a:rPr>
                        <a:t>평균 </a:t>
                      </a:r>
                      <a:r>
                        <a:rPr lang="en-US" altLang="ko-KR" sz="700" u="none" strike="noStrike" dirty="0">
                          <a:effectLst/>
                        </a:rPr>
                        <a:t>F1: 0.6536 / [</a:t>
                      </a:r>
                      <a:r>
                        <a:rPr lang="ko-KR" altLang="en-US" sz="700" u="none" strike="noStrike" dirty="0">
                          <a:effectLst/>
                        </a:rPr>
                        <a:t>상세</a:t>
                      </a:r>
                      <a:r>
                        <a:rPr lang="en-US" altLang="ko-KR" sz="700" u="none" strike="noStrike" dirty="0">
                          <a:effectLst/>
                        </a:rPr>
                        <a:t>] Q1(</a:t>
                      </a:r>
                      <a:r>
                        <a:rPr lang="ko-KR" altLang="en-US" sz="700" u="none" strike="noStrike" dirty="0">
                          <a:effectLst/>
                        </a:rPr>
                        <a:t>기상직후수면질</a:t>
                      </a:r>
                      <a:r>
                        <a:rPr lang="en-US" altLang="ko-KR" sz="700" u="none" strike="noStrike" dirty="0">
                          <a:effectLst/>
                        </a:rPr>
                        <a:t>)</a:t>
                      </a:r>
                      <a:r>
                        <a:rPr lang="en-US" altLang="ko-KR" sz="7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:0.5714 </a:t>
                      </a:r>
                      <a:r>
                        <a:rPr lang="en-US" altLang="ko-KR" sz="700" u="none" strike="noStrike" dirty="0">
                          <a:effectLst/>
                        </a:rPr>
                        <a:t>Q2(</a:t>
                      </a:r>
                      <a:r>
                        <a:rPr lang="ko-KR" altLang="en-US" sz="700" u="none" strike="noStrike" dirty="0">
                          <a:effectLst/>
                        </a:rPr>
                        <a:t>취침전신체적피로</a:t>
                      </a:r>
                      <a:r>
                        <a:rPr lang="en-US" altLang="ko-KR" sz="700" u="none" strike="noStrike" dirty="0">
                          <a:effectLst/>
                        </a:rPr>
                        <a:t>):0.6549 Q3(</a:t>
                      </a:r>
                      <a:r>
                        <a:rPr lang="ko-KR" altLang="en-US" sz="700" u="none" strike="noStrike" dirty="0">
                          <a:effectLst/>
                        </a:rPr>
                        <a:t>취침전스트레스</a:t>
                      </a:r>
                      <a:r>
                        <a:rPr lang="en-US" altLang="ko-KR" sz="700" u="none" strike="noStrike" dirty="0">
                          <a:effectLst/>
                        </a:rPr>
                        <a:t>):0.7267 S2(</a:t>
                      </a:r>
                      <a:r>
                        <a:rPr lang="ko-KR" altLang="en-US" sz="700" u="none" strike="noStrike" dirty="0" err="1">
                          <a:effectLst/>
                        </a:rPr>
                        <a:t>수면효율</a:t>
                      </a:r>
                      <a:r>
                        <a:rPr lang="en-US" altLang="ko-KR" sz="700" u="none" strike="noStrike" dirty="0">
                          <a:effectLst/>
                        </a:rPr>
                        <a:t>):0.7953 S3(</a:t>
                      </a:r>
                      <a:r>
                        <a:rPr lang="ko-KR" altLang="en-US" sz="700" u="none" strike="noStrike" dirty="0">
                          <a:effectLst/>
                        </a:rPr>
                        <a:t>수면잠들기시간</a:t>
                      </a:r>
                      <a:r>
                        <a:rPr lang="en-US" altLang="ko-KR" sz="700" u="none" strike="noStrike" dirty="0">
                          <a:effectLst/>
                        </a:rPr>
                        <a:t>):0.8012 S1(S1):</a:t>
                      </a:r>
                      <a:r>
                        <a:rPr lang="en-US" altLang="ko-KR" sz="7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0.3718</a:t>
                      </a:r>
                      <a:endParaRPr lang="en-US" altLang="ko-KR" sz="700" b="0" i="0" u="none" strike="noStrike" dirty="0">
                        <a:solidFill>
                          <a:srgbClr val="FF0000"/>
                        </a:solidFill>
                        <a:effectLst/>
                        <a:latin typeface="Courier New" panose="02070309020205020404" pitchFamily="49" charset="0"/>
                        <a:ea typeface="맑은 고딕" panose="020B0503020000020004" pitchFamily="50" charset="-127"/>
                      </a:endParaRPr>
                    </a:p>
                  </a:txBody>
                  <a:tcPr marL="5933" marR="5933" marT="5933" marB="0" anchor="ctr"/>
                </a:tc>
                <a:extLst>
                  <a:ext uri="{0D108BD9-81ED-4DB2-BD59-A6C34878D82A}">
                    <a16:rowId xmlns:a16="http://schemas.microsoft.com/office/drawing/2014/main" val="1718390450"/>
                  </a:ext>
                </a:extLst>
              </a:tr>
              <a:tr h="214785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700" u="none" strike="noStrike" dirty="0">
                          <a:effectLst/>
                        </a:rPr>
                        <a:t>[</a:t>
                      </a:r>
                      <a:r>
                        <a:rPr lang="en-US" altLang="ko-KR" sz="700" u="none" strike="noStrike" dirty="0" err="1">
                          <a:effectLst/>
                        </a:rPr>
                        <a:t>test_size</a:t>
                      </a:r>
                      <a:r>
                        <a:rPr lang="en-US" altLang="ko-KR" sz="700" u="none" strike="noStrike" dirty="0">
                          <a:effectLst/>
                        </a:rPr>
                        <a:t>=0.4] </a:t>
                      </a:r>
                      <a:r>
                        <a:rPr lang="ko-KR" altLang="en-US" sz="700" u="none" strike="noStrike" dirty="0">
                          <a:effectLst/>
                        </a:rPr>
                        <a:t>평균 </a:t>
                      </a:r>
                      <a:r>
                        <a:rPr lang="en-US" altLang="ko-KR" sz="700" u="none" strike="noStrike" dirty="0">
                          <a:effectLst/>
                        </a:rPr>
                        <a:t>F1: 0.6614 / [</a:t>
                      </a:r>
                      <a:r>
                        <a:rPr lang="ko-KR" altLang="en-US" sz="700" u="none" strike="noStrike" dirty="0">
                          <a:effectLst/>
                        </a:rPr>
                        <a:t>상세</a:t>
                      </a:r>
                      <a:r>
                        <a:rPr lang="en-US" altLang="ko-KR" sz="700" u="none" strike="noStrike" dirty="0">
                          <a:effectLst/>
                        </a:rPr>
                        <a:t>] Q1(</a:t>
                      </a:r>
                      <a:r>
                        <a:rPr lang="ko-KR" altLang="en-US" sz="700" u="none" strike="noStrike" dirty="0">
                          <a:effectLst/>
                        </a:rPr>
                        <a:t>기상직후수면질</a:t>
                      </a:r>
                      <a:r>
                        <a:rPr lang="en-US" altLang="ko-KR" sz="700" u="none" strike="noStrike" dirty="0">
                          <a:effectLst/>
                        </a:rPr>
                        <a:t>)</a:t>
                      </a:r>
                      <a:r>
                        <a:rPr lang="en-US" altLang="ko-KR" sz="7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:0.5629 </a:t>
                      </a:r>
                      <a:r>
                        <a:rPr lang="en-US" altLang="ko-KR" sz="700" u="none" strike="noStrike" dirty="0">
                          <a:effectLst/>
                        </a:rPr>
                        <a:t>Q2(</a:t>
                      </a:r>
                      <a:r>
                        <a:rPr lang="ko-KR" altLang="en-US" sz="700" u="none" strike="noStrike" dirty="0">
                          <a:effectLst/>
                        </a:rPr>
                        <a:t>취침전신체적피로</a:t>
                      </a:r>
                      <a:r>
                        <a:rPr lang="en-US" altLang="ko-KR" sz="700" u="none" strike="noStrike" dirty="0">
                          <a:effectLst/>
                        </a:rPr>
                        <a:t>):0.6781 Q3(</a:t>
                      </a:r>
                      <a:r>
                        <a:rPr lang="ko-KR" altLang="en-US" sz="700" u="none" strike="noStrike" dirty="0">
                          <a:effectLst/>
                        </a:rPr>
                        <a:t>취침전스트레스</a:t>
                      </a:r>
                      <a:r>
                        <a:rPr lang="en-US" altLang="ko-KR" sz="700" u="none" strike="noStrike" dirty="0">
                          <a:effectLst/>
                        </a:rPr>
                        <a:t>):0.7149 S2(</a:t>
                      </a:r>
                      <a:r>
                        <a:rPr lang="ko-KR" altLang="en-US" sz="700" u="none" strike="noStrike" dirty="0" err="1">
                          <a:effectLst/>
                        </a:rPr>
                        <a:t>수면효율</a:t>
                      </a:r>
                      <a:r>
                        <a:rPr lang="en-US" altLang="ko-KR" sz="700" u="none" strike="noStrike" dirty="0">
                          <a:effectLst/>
                        </a:rPr>
                        <a:t>):0.8015 S3(</a:t>
                      </a:r>
                      <a:r>
                        <a:rPr lang="ko-KR" altLang="en-US" sz="700" u="none" strike="noStrike" dirty="0">
                          <a:effectLst/>
                        </a:rPr>
                        <a:t>수면잠들기시간</a:t>
                      </a:r>
                      <a:r>
                        <a:rPr lang="en-US" altLang="ko-KR" sz="700" u="none" strike="noStrike" dirty="0">
                          <a:effectLst/>
                        </a:rPr>
                        <a:t>):0.7955 S1(S1):</a:t>
                      </a:r>
                      <a:r>
                        <a:rPr lang="en-US" altLang="ko-KR" sz="7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0.4155</a:t>
                      </a:r>
                      <a:endParaRPr lang="en-US" altLang="ko-KR" sz="700" b="0" i="0" u="none" strike="noStrike" dirty="0">
                        <a:solidFill>
                          <a:srgbClr val="FF0000"/>
                        </a:solidFill>
                        <a:effectLst/>
                        <a:latin typeface="Courier New" panose="02070309020205020404" pitchFamily="49" charset="0"/>
                        <a:ea typeface="맑은 고딕" panose="020B0503020000020004" pitchFamily="50" charset="-127"/>
                      </a:endParaRPr>
                    </a:p>
                  </a:txBody>
                  <a:tcPr marL="5933" marR="5933" marT="5933" marB="0" anchor="ctr"/>
                </a:tc>
                <a:extLst>
                  <a:ext uri="{0D108BD9-81ED-4DB2-BD59-A6C34878D82A}">
                    <a16:rowId xmlns:a16="http://schemas.microsoft.com/office/drawing/2014/main" val="1447872720"/>
                  </a:ext>
                </a:extLst>
              </a:tr>
              <a:tr h="214785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700" u="none" strike="noStrike" dirty="0">
                          <a:effectLst/>
                        </a:rPr>
                        <a:t>[</a:t>
                      </a:r>
                      <a:r>
                        <a:rPr lang="en-US" altLang="ko-KR" sz="700" u="none" strike="noStrike" dirty="0" err="1">
                          <a:effectLst/>
                        </a:rPr>
                        <a:t>test_size</a:t>
                      </a:r>
                      <a:r>
                        <a:rPr lang="en-US" altLang="ko-KR" sz="700" u="none" strike="noStrike" dirty="0">
                          <a:effectLst/>
                        </a:rPr>
                        <a:t>=0.3] </a:t>
                      </a:r>
                      <a:r>
                        <a:rPr lang="ko-KR" altLang="en-US" sz="700" u="none" strike="noStrike" dirty="0">
                          <a:effectLst/>
                        </a:rPr>
                        <a:t>평균 </a:t>
                      </a:r>
                      <a:r>
                        <a:rPr lang="en-US" altLang="ko-KR" sz="700" u="none" strike="noStrike" dirty="0">
                          <a:effectLst/>
                        </a:rPr>
                        <a:t>F1: 0.6605 / [</a:t>
                      </a:r>
                      <a:r>
                        <a:rPr lang="ko-KR" altLang="en-US" sz="700" u="none" strike="noStrike" dirty="0">
                          <a:effectLst/>
                        </a:rPr>
                        <a:t>상세</a:t>
                      </a:r>
                      <a:r>
                        <a:rPr lang="en-US" altLang="ko-KR" sz="700" u="none" strike="noStrike" dirty="0">
                          <a:effectLst/>
                        </a:rPr>
                        <a:t>] Q1(</a:t>
                      </a:r>
                      <a:r>
                        <a:rPr lang="ko-KR" altLang="en-US" sz="700" u="none" strike="noStrike" dirty="0">
                          <a:effectLst/>
                        </a:rPr>
                        <a:t>기상직후수면</a:t>
                      </a:r>
                      <a:r>
                        <a:rPr lang="ko-KR" altLang="en-US" sz="700" u="none" strike="noStrike" dirty="0">
                          <a:solidFill>
                            <a:schemeClr val="tx1"/>
                          </a:solidFill>
                          <a:effectLst/>
                        </a:rPr>
                        <a:t>질</a:t>
                      </a:r>
                      <a:r>
                        <a:rPr lang="en-US" altLang="ko-KR" sz="700" u="none" strike="noStrike" dirty="0">
                          <a:solidFill>
                            <a:schemeClr val="tx1"/>
                          </a:solidFill>
                          <a:effectLst/>
                        </a:rPr>
                        <a:t>):</a:t>
                      </a:r>
                      <a:r>
                        <a:rPr lang="en-US" altLang="ko-KR" sz="7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0.5581 </a:t>
                      </a:r>
                      <a:r>
                        <a:rPr lang="en-US" altLang="ko-KR" sz="700" u="none" strike="noStrike" dirty="0">
                          <a:effectLst/>
                        </a:rPr>
                        <a:t>Q2(</a:t>
                      </a:r>
                      <a:r>
                        <a:rPr lang="ko-KR" altLang="en-US" sz="700" u="none" strike="noStrike" dirty="0">
                          <a:effectLst/>
                        </a:rPr>
                        <a:t>취침전신체적피로</a:t>
                      </a:r>
                      <a:r>
                        <a:rPr lang="en-US" altLang="ko-KR" sz="700" u="none" strike="noStrike" dirty="0">
                          <a:effectLst/>
                        </a:rPr>
                        <a:t>):0.6667 Q3(</a:t>
                      </a:r>
                      <a:r>
                        <a:rPr lang="ko-KR" altLang="en-US" sz="700" u="none" strike="noStrike" dirty="0">
                          <a:effectLst/>
                        </a:rPr>
                        <a:t>취침전스트레스</a:t>
                      </a:r>
                      <a:r>
                        <a:rPr lang="en-US" altLang="ko-KR" sz="700" u="none" strike="noStrike" dirty="0">
                          <a:effectLst/>
                        </a:rPr>
                        <a:t>):0.7363 S2(</a:t>
                      </a:r>
                      <a:r>
                        <a:rPr lang="ko-KR" altLang="en-US" sz="700" u="none" strike="noStrike" dirty="0" err="1">
                          <a:effectLst/>
                        </a:rPr>
                        <a:t>수면효율</a:t>
                      </a:r>
                      <a:r>
                        <a:rPr lang="en-US" altLang="ko-KR" sz="700" u="none" strike="noStrike" dirty="0">
                          <a:effectLst/>
                        </a:rPr>
                        <a:t>):0.7817 S3(</a:t>
                      </a:r>
                      <a:r>
                        <a:rPr lang="ko-KR" altLang="en-US" sz="700" u="none" strike="noStrike" dirty="0">
                          <a:effectLst/>
                        </a:rPr>
                        <a:t>수면잠들기시간</a:t>
                      </a:r>
                      <a:r>
                        <a:rPr lang="en-US" altLang="ko-KR" sz="700" u="none" strike="noStrike" dirty="0">
                          <a:effectLst/>
                        </a:rPr>
                        <a:t>):0.7822 S1(S1):</a:t>
                      </a:r>
                      <a:r>
                        <a:rPr lang="en-US" altLang="ko-KR" sz="7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0.4377</a:t>
                      </a:r>
                      <a:endParaRPr lang="en-US" altLang="ko-KR" sz="700" b="0" i="0" u="none" strike="noStrike" dirty="0">
                        <a:solidFill>
                          <a:srgbClr val="FF0000"/>
                        </a:solidFill>
                        <a:effectLst/>
                        <a:latin typeface="Courier New" panose="02070309020205020404" pitchFamily="49" charset="0"/>
                        <a:ea typeface="맑은 고딕" panose="020B0503020000020004" pitchFamily="50" charset="-127"/>
                      </a:endParaRPr>
                    </a:p>
                  </a:txBody>
                  <a:tcPr marL="5933" marR="5933" marT="5933" marB="0" anchor="ctr"/>
                </a:tc>
                <a:extLst>
                  <a:ext uri="{0D108BD9-81ED-4DB2-BD59-A6C34878D82A}">
                    <a16:rowId xmlns:a16="http://schemas.microsoft.com/office/drawing/2014/main" val="1736187529"/>
                  </a:ext>
                </a:extLst>
              </a:tr>
              <a:tr h="214785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700" u="none" strike="noStrike" dirty="0">
                          <a:effectLst/>
                        </a:rPr>
                        <a:t>[</a:t>
                      </a:r>
                      <a:r>
                        <a:rPr lang="en-US" altLang="ko-KR" sz="700" u="none" strike="noStrike" dirty="0" err="1">
                          <a:effectLst/>
                        </a:rPr>
                        <a:t>test_size</a:t>
                      </a:r>
                      <a:r>
                        <a:rPr lang="en-US" altLang="ko-KR" sz="700" u="none" strike="noStrike" dirty="0">
                          <a:effectLst/>
                        </a:rPr>
                        <a:t>=0.2] </a:t>
                      </a:r>
                      <a:r>
                        <a:rPr lang="ko-KR" altLang="en-US" sz="700" u="none" strike="noStrike" dirty="0">
                          <a:effectLst/>
                        </a:rPr>
                        <a:t>평균 </a:t>
                      </a:r>
                      <a:r>
                        <a:rPr lang="en-US" altLang="ko-KR" sz="700" u="none" strike="noStrike" dirty="0">
                          <a:effectLst/>
                        </a:rPr>
                        <a:t>F1: 0.6709 / [</a:t>
                      </a:r>
                      <a:r>
                        <a:rPr lang="ko-KR" altLang="en-US" sz="700" u="none" strike="noStrike" dirty="0">
                          <a:effectLst/>
                        </a:rPr>
                        <a:t>상세</a:t>
                      </a:r>
                      <a:r>
                        <a:rPr lang="en-US" altLang="ko-KR" sz="700" u="none" strike="noStrike" dirty="0">
                          <a:effectLst/>
                        </a:rPr>
                        <a:t>] Q1(</a:t>
                      </a:r>
                      <a:r>
                        <a:rPr lang="ko-KR" altLang="en-US" sz="700" u="none" strike="noStrike" dirty="0">
                          <a:effectLst/>
                        </a:rPr>
                        <a:t>기상직후수면질</a:t>
                      </a:r>
                      <a:r>
                        <a:rPr lang="en-US" altLang="ko-KR" sz="700" u="none" strike="noStrike" dirty="0">
                          <a:effectLst/>
                        </a:rPr>
                        <a:t>)</a:t>
                      </a:r>
                      <a:r>
                        <a:rPr lang="en-US" altLang="ko-KR" sz="7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:0.5952 </a:t>
                      </a:r>
                      <a:r>
                        <a:rPr lang="en-US" altLang="ko-KR" sz="700" u="none" strike="noStrike" dirty="0">
                          <a:effectLst/>
                        </a:rPr>
                        <a:t>Q2(</a:t>
                      </a:r>
                      <a:r>
                        <a:rPr lang="ko-KR" altLang="en-US" sz="700" u="none" strike="noStrike" dirty="0">
                          <a:effectLst/>
                        </a:rPr>
                        <a:t>취침전신체적피로</a:t>
                      </a:r>
                      <a:r>
                        <a:rPr lang="en-US" altLang="ko-KR" sz="700" u="none" strike="noStrike" dirty="0">
                          <a:effectLst/>
                        </a:rPr>
                        <a:t>):0.6226 Q3(</a:t>
                      </a:r>
                      <a:r>
                        <a:rPr lang="ko-KR" altLang="en-US" sz="700" u="none" strike="noStrike" dirty="0">
                          <a:effectLst/>
                        </a:rPr>
                        <a:t>취침전스트레스</a:t>
                      </a:r>
                      <a:r>
                        <a:rPr lang="en-US" altLang="ko-KR" sz="700" u="none" strike="noStrike" dirty="0">
                          <a:effectLst/>
                        </a:rPr>
                        <a:t>):0.7344 S2(</a:t>
                      </a:r>
                      <a:r>
                        <a:rPr lang="ko-KR" altLang="en-US" sz="700" u="none" strike="noStrike" dirty="0" err="1">
                          <a:effectLst/>
                        </a:rPr>
                        <a:t>수면효율</a:t>
                      </a:r>
                      <a:r>
                        <a:rPr lang="en-US" altLang="ko-KR" sz="700" u="none" strike="noStrike" dirty="0">
                          <a:effectLst/>
                        </a:rPr>
                        <a:t>):0.7692 S3(</a:t>
                      </a:r>
                      <a:r>
                        <a:rPr lang="ko-KR" altLang="en-US" sz="700" u="none" strike="noStrike" dirty="0">
                          <a:effectLst/>
                        </a:rPr>
                        <a:t>수면잠들기시간</a:t>
                      </a:r>
                      <a:r>
                        <a:rPr lang="en-US" altLang="ko-KR" sz="700" u="none" strike="noStrike" dirty="0">
                          <a:effectLst/>
                        </a:rPr>
                        <a:t>):0.8235 S1(S1):</a:t>
                      </a:r>
                      <a:r>
                        <a:rPr lang="en-US" altLang="ko-KR" sz="7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0.4807</a:t>
                      </a:r>
                      <a:endParaRPr lang="en-US" altLang="ko-KR" sz="700" b="0" i="0" u="none" strike="noStrike" dirty="0">
                        <a:solidFill>
                          <a:srgbClr val="FF0000"/>
                        </a:solidFill>
                        <a:effectLst/>
                        <a:latin typeface="Courier New" panose="02070309020205020404" pitchFamily="49" charset="0"/>
                        <a:ea typeface="맑은 고딕" panose="020B0503020000020004" pitchFamily="50" charset="-127"/>
                      </a:endParaRPr>
                    </a:p>
                  </a:txBody>
                  <a:tcPr marL="5933" marR="5933" marT="5933" marB="0" anchor="ctr"/>
                </a:tc>
                <a:extLst>
                  <a:ext uri="{0D108BD9-81ED-4DB2-BD59-A6C34878D82A}">
                    <a16:rowId xmlns:a16="http://schemas.microsoft.com/office/drawing/2014/main" val="60695438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673244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월별 </a:t>
            </a:r>
            <a:r>
              <a:rPr lang="en-US" altLang="ko-KR" dirty="0" smtClean="0"/>
              <a:t>S1 </a:t>
            </a:r>
            <a:r>
              <a:rPr lang="ko-KR" altLang="en-US" dirty="0"/>
              <a:t>건수 </a:t>
            </a:r>
            <a:r>
              <a:rPr lang="en-US" altLang="ko-KR" dirty="0"/>
              <a:t>- TRAIN</a:t>
            </a:r>
            <a:endParaRPr lang="ko-KR" altLang="en-US" dirty="0"/>
          </a:p>
        </p:txBody>
      </p:sp>
      <p:sp>
        <p:nvSpPr>
          <p:cNvPr id="6" name="내용 개체 틀 5"/>
          <p:cNvSpPr>
            <a:spLocks noGrp="1"/>
          </p:cNvSpPr>
          <p:nvPr>
            <p:ph idx="1"/>
          </p:nvPr>
        </p:nvSpPr>
        <p:spPr>
          <a:xfrm>
            <a:off x="272480" y="764703"/>
            <a:ext cx="9360470" cy="1043023"/>
          </a:xfrm>
        </p:spPr>
        <p:txBody>
          <a:bodyPr/>
          <a:lstStyle/>
          <a:p>
            <a:pPr indent="0"/>
            <a:r>
              <a:rPr lang="en-US" altLang="ko-KR" b="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S1</a:t>
            </a:r>
            <a:r>
              <a:rPr lang="ko-KR" altLang="en-US" b="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건수는 </a:t>
            </a:r>
            <a:r>
              <a:rPr lang="en-US" altLang="ko-KR" b="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Q1</a:t>
            </a:r>
            <a:r>
              <a:rPr lang="ko-KR" altLang="en-US" b="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건수와 동일 </a:t>
            </a:r>
            <a:r>
              <a:rPr lang="en-US" altLang="ko-KR" b="0" dirty="0" smtClean="0">
                <a:solidFill>
                  <a:schemeClr val="tx1">
                    <a:lumMod val="85000"/>
                    <a:lumOff val="15000"/>
                  </a:schemeClr>
                </a:solidFill>
                <a:sym typeface="Wingdings" panose="05000000000000000000" pitchFamily="2" charset="2"/>
              </a:rPr>
              <a:t> </a:t>
            </a:r>
            <a:r>
              <a:rPr lang="ko-KR" altLang="en-US" b="0" dirty="0" smtClean="0">
                <a:solidFill>
                  <a:schemeClr val="tx1">
                    <a:lumMod val="85000"/>
                    <a:lumOff val="15000"/>
                  </a:schemeClr>
                </a:solidFill>
                <a:sym typeface="Wingdings" panose="05000000000000000000" pitchFamily="2" charset="2"/>
              </a:rPr>
              <a:t>누락되고 빠진 데이터 없음 </a:t>
            </a:r>
            <a:r>
              <a:rPr lang="ko-KR" altLang="en-US" b="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endParaRPr lang="en-US" altLang="ko-KR" b="0" dirty="0" smtClean="0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4488" y="1628800"/>
            <a:ext cx="9160203" cy="2232248"/>
          </a:xfrm>
          <a:prstGeom prst="rect">
            <a:avLst/>
          </a:prstGeom>
        </p:spPr>
      </p:pic>
      <p:sp>
        <p:nvSpPr>
          <p:cNvPr id="8" name="모서리가 둥근 직사각형 7"/>
          <p:cNvSpPr/>
          <p:nvPr/>
        </p:nvSpPr>
        <p:spPr>
          <a:xfrm>
            <a:off x="5529064" y="233809"/>
            <a:ext cx="4103886" cy="36004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 smtClean="0"/>
              <a:t>S1 : </a:t>
            </a:r>
            <a:r>
              <a:rPr lang="ko-KR" altLang="en-US" sz="1200" dirty="0" smtClean="0"/>
              <a:t>총 </a:t>
            </a:r>
            <a:r>
              <a:rPr lang="ko-KR" altLang="en-US" sz="1200" dirty="0"/>
              <a:t>수면 시간</a:t>
            </a:r>
            <a:r>
              <a:rPr lang="en-US" altLang="ko-KR" sz="1200" dirty="0"/>
              <a:t>(TST) </a:t>
            </a:r>
            <a:r>
              <a:rPr lang="ko-KR" altLang="en-US" sz="1200" dirty="0"/>
              <a:t>가이드라인을 준수했는지 </a:t>
            </a:r>
            <a:r>
              <a:rPr lang="en-US" altLang="ko-KR" sz="1200" dirty="0"/>
              <a:t>3LEVELS</a:t>
            </a:r>
            <a:endParaRPr lang="ko-KR" altLang="en-US" sz="1200" kern="0" dirty="0"/>
          </a:p>
        </p:txBody>
      </p:sp>
    </p:spTree>
    <p:extLst>
      <p:ext uri="{BB962C8B-B14F-4D97-AF65-F5344CB8AC3E}">
        <p14:creationId xmlns:p14="http://schemas.microsoft.com/office/powerpoint/2010/main" val="420863427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개인별 </a:t>
            </a:r>
            <a:r>
              <a:rPr lang="en-US" altLang="ko-KR" dirty="0" smtClean="0"/>
              <a:t>S1 </a:t>
            </a:r>
            <a:r>
              <a:rPr lang="ko-KR" altLang="en-US" dirty="0" smtClean="0"/>
              <a:t>평균 점수 비교분석 </a:t>
            </a:r>
            <a:r>
              <a:rPr lang="en-US" altLang="ko-KR" dirty="0" smtClean="0"/>
              <a:t>(1/)</a:t>
            </a:r>
            <a:r>
              <a:rPr lang="ko-KR" altLang="en-US" dirty="0" smtClean="0"/>
              <a:t> </a:t>
            </a:r>
            <a:endParaRPr lang="ko-KR" altLang="en-US" dirty="0"/>
          </a:p>
        </p:txBody>
      </p:sp>
      <p:sp>
        <p:nvSpPr>
          <p:cNvPr id="6" name="내용 개체 틀 5"/>
          <p:cNvSpPr>
            <a:spLocks noGrp="1"/>
          </p:cNvSpPr>
          <p:nvPr>
            <p:ph idx="1"/>
          </p:nvPr>
        </p:nvSpPr>
        <p:spPr>
          <a:xfrm>
            <a:off x="272480" y="764703"/>
            <a:ext cx="9360470" cy="1043023"/>
          </a:xfrm>
        </p:spPr>
        <p:txBody>
          <a:bodyPr/>
          <a:lstStyle/>
          <a:p>
            <a:r>
              <a:rPr lang="en-US" altLang="ko-KR" b="0" dirty="0"/>
              <a:t>0: </a:t>
            </a:r>
            <a:r>
              <a:rPr lang="ko-KR" altLang="en-US" b="0" dirty="0"/>
              <a:t>가이드라인 </a:t>
            </a:r>
            <a:r>
              <a:rPr lang="ko-KR" altLang="en-US" b="0" dirty="0" err="1" smtClean="0"/>
              <a:t>미준수</a:t>
            </a:r>
            <a:r>
              <a:rPr lang="ko-KR" altLang="en-US" b="0" dirty="0" smtClean="0"/>
              <a:t> </a:t>
            </a:r>
            <a:r>
              <a:rPr lang="en-US" altLang="ko-KR" b="0" dirty="0" smtClean="0"/>
              <a:t>1</a:t>
            </a:r>
            <a:r>
              <a:rPr lang="en-US" altLang="ko-KR" b="0" dirty="0"/>
              <a:t>: </a:t>
            </a:r>
            <a:r>
              <a:rPr lang="ko-KR" altLang="en-US" b="0" dirty="0"/>
              <a:t>가이드라인 부분적 </a:t>
            </a:r>
            <a:r>
              <a:rPr lang="ko-KR" altLang="en-US" b="0" dirty="0" smtClean="0"/>
              <a:t>준수 </a:t>
            </a:r>
            <a:r>
              <a:rPr lang="en-US" altLang="ko-KR" b="0" dirty="0" smtClean="0"/>
              <a:t>2</a:t>
            </a:r>
            <a:r>
              <a:rPr lang="en-US" altLang="ko-KR" b="0" dirty="0"/>
              <a:t>: </a:t>
            </a:r>
            <a:r>
              <a:rPr lang="ko-KR" altLang="en-US" b="0" dirty="0"/>
              <a:t>가이드라인 완전 준수</a:t>
            </a:r>
          </a:p>
        </p:txBody>
      </p:sp>
      <p:sp>
        <p:nvSpPr>
          <p:cNvPr id="4" name="모서리가 둥근 직사각형 3"/>
          <p:cNvSpPr/>
          <p:nvPr/>
        </p:nvSpPr>
        <p:spPr>
          <a:xfrm>
            <a:off x="5529064" y="233809"/>
            <a:ext cx="4103886" cy="36004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 smtClean="0"/>
              <a:t>S1 : </a:t>
            </a:r>
            <a:r>
              <a:rPr lang="ko-KR" altLang="en-US" sz="1200" dirty="0" smtClean="0"/>
              <a:t>총 </a:t>
            </a:r>
            <a:r>
              <a:rPr lang="ko-KR" altLang="en-US" sz="1200" dirty="0"/>
              <a:t>수면 시간</a:t>
            </a:r>
            <a:r>
              <a:rPr lang="en-US" altLang="ko-KR" sz="1200" dirty="0"/>
              <a:t>(TST) </a:t>
            </a:r>
            <a:r>
              <a:rPr lang="ko-KR" altLang="en-US" sz="1200" dirty="0"/>
              <a:t>가이드라인을 준수했는지 </a:t>
            </a:r>
            <a:r>
              <a:rPr lang="en-US" altLang="ko-KR" sz="1200" dirty="0"/>
              <a:t>3LEVELS</a:t>
            </a:r>
            <a:endParaRPr lang="ko-KR" altLang="en-US" sz="1200" kern="0" dirty="0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125" y="1173709"/>
            <a:ext cx="9200692" cy="2903363"/>
          </a:xfrm>
          <a:prstGeom prst="rect">
            <a:avLst/>
          </a:prstGeom>
        </p:spPr>
      </p:pic>
      <p:sp>
        <p:nvSpPr>
          <p:cNvPr id="7" name="직사각형 6"/>
          <p:cNvSpPr/>
          <p:nvPr/>
        </p:nvSpPr>
        <p:spPr>
          <a:xfrm>
            <a:off x="377769" y="4221088"/>
            <a:ext cx="9188048" cy="2203673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altLang="ko-KR" sz="1100" dirty="0">
              <a:solidFill>
                <a:schemeClr val="tx1"/>
              </a:solidFill>
              <a:sym typeface="Wingdings" panose="05000000000000000000" pitchFamily="2" charset="2"/>
            </a:endParaRPr>
          </a:p>
          <a:p>
            <a:endParaRPr lang="en-US" altLang="ko-KR" sz="1100" dirty="0" smtClean="0">
              <a:solidFill>
                <a:schemeClr val="tx1"/>
              </a:solidFill>
              <a:sym typeface="Wingdings" panose="05000000000000000000" pitchFamily="2" charset="2"/>
            </a:endParaRPr>
          </a:p>
          <a:p>
            <a:endParaRPr lang="en-US" altLang="ko-KR" sz="1100" dirty="0" smtClean="0">
              <a:solidFill>
                <a:schemeClr val="tx1"/>
              </a:solidFill>
              <a:sym typeface="Wingdings" panose="05000000000000000000" pitchFamily="2" charset="2"/>
            </a:endParaRPr>
          </a:p>
          <a:p>
            <a:endParaRPr lang="en-US" altLang="ko-KR" sz="1100" dirty="0">
              <a:solidFill>
                <a:schemeClr val="tx1"/>
              </a:solidFill>
              <a:sym typeface="Wingdings" panose="05000000000000000000" pitchFamily="2" charset="2"/>
            </a:endParaRPr>
          </a:p>
          <a:p>
            <a:endParaRPr lang="en-US" altLang="ko-KR" sz="1100" dirty="0" smtClean="0">
              <a:solidFill>
                <a:schemeClr val="tx1"/>
              </a:solidFill>
              <a:sym typeface="Wingdings" panose="05000000000000000000" pitchFamily="2" charset="2"/>
            </a:endParaRPr>
          </a:p>
          <a:p>
            <a:endParaRPr lang="en-US" altLang="ko-KR" sz="1100" b="1" u="sng" dirty="0" smtClean="0">
              <a:solidFill>
                <a:srgbClr val="FF0000"/>
              </a:solidFill>
              <a:sym typeface="Wingdings" panose="05000000000000000000" pitchFamily="2" charset="2"/>
            </a:endParaRPr>
          </a:p>
          <a:p>
            <a:endParaRPr lang="en-US" altLang="ko-KR" sz="1100" b="1" u="sng" dirty="0" smtClean="0">
              <a:solidFill>
                <a:srgbClr val="FF0000"/>
              </a:solidFill>
              <a:sym typeface="Wingdings" panose="05000000000000000000" pitchFamily="2" charset="2"/>
            </a:endParaRPr>
          </a:p>
          <a:p>
            <a:endParaRPr lang="en-US" altLang="ko-KR" sz="1100" b="1" u="sng" dirty="0">
              <a:solidFill>
                <a:srgbClr val="FF0000"/>
              </a:solidFill>
              <a:sym typeface="Wingdings" panose="05000000000000000000" pitchFamily="2" charset="2"/>
            </a:endParaRPr>
          </a:p>
          <a:p>
            <a:endParaRPr lang="en-US" altLang="ko-KR" sz="1100" b="1" u="sng" dirty="0" smtClean="0">
              <a:solidFill>
                <a:srgbClr val="FF0000"/>
              </a:solidFill>
              <a:sym typeface="Wingdings" panose="05000000000000000000" pitchFamily="2" charset="2"/>
            </a:endParaRPr>
          </a:p>
          <a:p>
            <a:endParaRPr lang="en-US" altLang="ko-KR" sz="1100" b="1" u="sng" dirty="0">
              <a:solidFill>
                <a:srgbClr val="FF0000"/>
              </a:solidFill>
              <a:sym typeface="Wingdings" panose="05000000000000000000" pitchFamily="2" charset="2"/>
            </a:endParaRPr>
          </a:p>
          <a:p>
            <a:endParaRPr lang="en-US" altLang="ko-KR" sz="1100" b="1" u="sng" dirty="0" smtClean="0">
              <a:solidFill>
                <a:srgbClr val="FF0000"/>
              </a:solidFill>
              <a:sym typeface="Wingdings" panose="05000000000000000000" pitchFamily="2" charset="2"/>
            </a:endParaRPr>
          </a:p>
          <a:p>
            <a:r>
              <a:rPr lang="ko-KR" altLang="en-US" sz="1100" b="1" u="sng" dirty="0" smtClean="0">
                <a:solidFill>
                  <a:srgbClr val="FF0000"/>
                </a:solidFill>
                <a:sym typeface="Wingdings" panose="05000000000000000000" pitchFamily="2" charset="2"/>
              </a:rPr>
              <a:t>예</a:t>
            </a:r>
            <a:r>
              <a:rPr lang="en-US" altLang="ko-KR" sz="1100" b="1" u="sng" dirty="0" smtClean="0">
                <a:solidFill>
                  <a:srgbClr val="FF0000"/>
                </a:solidFill>
                <a:sym typeface="Wingdings" panose="05000000000000000000" pitchFamily="2" charset="2"/>
              </a:rPr>
              <a:t>) </a:t>
            </a:r>
            <a:r>
              <a:rPr lang="ko-KR" altLang="en-US" sz="1100" b="1" u="sng" dirty="0" smtClean="0">
                <a:solidFill>
                  <a:srgbClr val="FF0000"/>
                </a:solidFill>
                <a:sym typeface="Wingdings" panose="05000000000000000000" pitchFamily="2" charset="2"/>
              </a:rPr>
              <a:t>가이드 라인을 잘 준수했는지</a:t>
            </a:r>
            <a:r>
              <a:rPr lang="en-US" altLang="ko-KR" sz="1100" b="1" u="sng" dirty="0" smtClean="0">
                <a:solidFill>
                  <a:srgbClr val="FF0000"/>
                </a:solidFill>
                <a:sym typeface="Wingdings" panose="05000000000000000000" pitchFamily="2" charset="2"/>
              </a:rPr>
              <a:t>..</a:t>
            </a:r>
            <a:r>
              <a:rPr lang="ko-KR" altLang="en-US" sz="1100" b="1" u="sng" dirty="0" smtClean="0">
                <a:solidFill>
                  <a:srgbClr val="FF0000"/>
                </a:solidFill>
                <a:sym typeface="Wingdings" panose="05000000000000000000" pitchFamily="2" charset="2"/>
              </a:rPr>
              <a:t>가이드라인에서 </a:t>
            </a:r>
            <a:r>
              <a:rPr lang="en-US" altLang="ko-KR" sz="1100" b="1" u="sng" dirty="0" smtClean="0">
                <a:solidFill>
                  <a:srgbClr val="FF0000"/>
                </a:solidFill>
                <a:sym typeface="Wingdings" panose="05000000000000000000" pitchFamily="2" charset="2"/>
              </a:rPr>
              <a:t>8</a:t>
            </a:r>
            <a:r>
              <a:rPr lang="ko-KR" altLang="en-US" sz="1100" b="1" u="sng" dirty="0" smtClean="0">
                <a:solidFill>
                  <a:srgbClr val="FF0000"/>
                </a:solidFill>
                <a:sym typeface="Wingdings" panose="05000000000000000000" pitchFamily="2" charset="2"/>
              </a:rPr>
              <a:t>시간 자라고 해서 침대에 누웠는데 잠이 </a:t>
            </a:r>
            <a:r>
              <a:rPr lang="ko-KR" altLang="en-US" sz="1100" b="1" u="sng" dirty="0" err="1" smtClean="0">
                <a:solidFill>
                  <a:srgbClr val="FF0000"/>
                </a:solidFill>
                <a:sym typeface="Wingdings" panose="05000000000000000000" pitchFamily="2" charset="2"/>
              </a:rPr>
              <a:t>안와서</a:t>
            </a:r>
            <a:r>
              <a:rPr lang="ko-KR" altLang="en-US" sz="1100" b="1" u="sng" dirty="0" smtClean="0">
                <a:solidFill>
                  <a:srgbClr val="FF0000"/>
                </a:solidFill>
                <a:sym typeface="Wingdings" panose="05000000000000000000" pitchFamily="2" charset="2"/>
              </a:rPr>
              <a:t> </a:t>
            </a:r>
            <a:r>
              <a:rPr lang="en-US" altLang="ko-KR" sz="1100" b="1" u="sng" dirty="0" smtClean="0">
                <a:solidFill>
                  <a:srgbClr val="FF0000"/>
                </a:solidFill>
                <a:sym typeface="Wingdings" panose="05000000000000000000" pitchFamily="2" charset="2"/>
              </a:rPr>
              <a:t>3</a:t>
            </a:r>
            <a:r>
              <a:rPr lang="ko-KR" altLang="en-US" sz="1100" b="1" u="sng" dirty="0" smtClean="0">
                <a:solidFill>
                  <a:srgbClr val="FF0000"/>
                </a:solidFill>
                <a:sym typeface="Wingdings" panose="05000000000000000000" pitchFamily="2" charset="2"/>
              </a:rPr>
              <a:t>시간 침대에 누워있다가 </a:t>
            </a:r>
            <a:r>
              <a:rPr lang="en-US" altLang="ko-KR" sz="1100" b="1" u="sng" dirty="0" smtClean="0">
                <a:solidFill>
                  <a:srgbClr val="FF0000"/>
                </a:solidFill>
                <a:sym typeface="Wingdings" panose="05000000000000000000" pitchFamily="2" charset="2"/>
              </a:rPr>
              <a:t>5</a:t>
            </a:r>
            <a:r>
              <a:rPr lang="ko-KR" altLang="en-US" sz="1100" b="1" u="sng" dirty="0" smtClean="0">
                <a:solidFill>
                  <a:srgbClr val="FF0000"/>
                </a:solidFill>
                <a:sym typeface="Wingdings" panose="05000000000000000000" pitchFamily="2" charset="2"/>
              </a:rPr>
              <a:t>시간만 잔 경우</a:t>
            </a:r>
            <a:r>
              <a:rPr lang="en-US" altLang="ko-KR" sz="1100" b="1" u="sng" dirty="0" smtClean="0">
                <a:solidFill>
                  <a:srgbClr val="FF0000"/>
                </a:solidFill>
                <a:sym typeface="Wingdings" panose="05000000000000000000" pitchFamily="2" charset="2"/>
              </a:rPr>
              <a:t>, </a:t>
            </a:r>
            <a:r>
              <a:rPr lang="ko-KR" altLang="en-US" sz="1100" b="1" u="sng" dirty="0" smtClean="0">
                <a:solidFill>
                  <a:srgbClr val="FF0000"/>
                </a:solidFill>
                <a:sym typeface="Wingdings" panose="05000000000000000000" pitchFamily="2" charset="2"/>
              </a:rPr>
              <a:t>가이드라인을 따르지 못함 </a:t>
            </a:r>
            <a:endParaRPr lang="en-US" altLang="ko-KR" sz="1100" b="1" u="sng" dirty="0" smtClean="0">
              <a:solidFill>
                <a:srgbClr val="FF0000"/>
              </a:solidFill>
              <a:sym typeface="Wingdings" panose="05000000000000000000" pitchFamily="2" charset="2"/>
            </a:endParaRPr>
          </a:p>
          <a:p>
            <a:endParaRPr lang="en-US" altLang="ko-KR" sz="1100" dirty="0">
              <a:solidFill>
                <a:schemeClr val="tx1"/>
              </a:solidFill>
              <a:sym typeface="Wingdings" panose="05000000000000000000" pitchFamily="2" charset="2"/>
            </a:endParaRPr>
          </a:p>
          <a:p>
            <a:r>
              <a:rPr lang="en-US" altLang="ko-KR" sz="1100" dirty="0" smtClean="0">
                <a:solidFill>
                  <a:schemeClr val="tx1"/>
                </a:solidFill>
                <a:sym typeface="Wingdings" panose="05000000000000000000" pitchFamily="2" charset="2"/>
              </a:rPr>
              <a:t>[id06] </a:t>
            </a:r>
            <a:r>
              <a:rPr lang="ko-KR" altLang="en-US" sz="1100" dirty="0" smtClean="0">
                <a:solidFill>
                  <a:schemeClr val="tx1"/>
                </a:solidFill>
                <a:sym typeface="Wingdings" panose="05000000000000000000" pitchFamily="2" charset="2"/>
              </a:rPr>
              <a:t>수면 가이드 라인</a:t>
            </a:r>
            <a:r>
              <a:rPr lang="en-US" altLang="ko-KR" sz="1100" dirty="0" smtClean="0">
                <a:solidFill>
                  <a:schemeClr val="tx1"/>
                </a:solidFill>
                <a:sym typeface="Wingdings" panose="05000000000000000000" pitchFamily="2" charset="2"/>
              </a:rPr>
              <a:t>(S1-S3)</a:t>
            </a:r>
            <a:r>
              <a:rPr lang="ko-KR" altLang="en-US" sz="1100" dirty="0" smtClean="0">
                <a:solidFill>
                  <a:schemeClr val="tx1"/>
                </a:solidFill>
                <a:sym typeface="Wingdings" panose="05000000000000000000" pitchFamily="2" charset="2"/>
              </a:rPr>
              <a:t> 잘 지킴 </a:t>
            </a:r>
            <a:endParaRPr lang="en-US" altLang="ko-KR" sz="1100" dirty="0" smtClean="0">
              <a:solidFill>
                <a:schemeClr val="tx1"/>
              </a:solidFill>
              <a:sym typeface="Wingdings" panose="05000000000000000000" pitchFamily="2" charset="2"/>
            </a:endParaRPr>
          </a:p>
          <a:p>
            <a:r>
              <a:rPr lang="en-US" altLang="ko-KR" sz="1100" dirty="0" smtClean="0">
                <a:solidFill>
                  <a:schemeClr val="tx1"/>
                </a:solidFill>
                <a:sym typeface="Wingdings" panose="05000000000000000000" pitchFamily="2" charset="2"/>
              </a:rPr>
              <a:t> </a:t>
            </a:r>
            <a:r>
              <a:rPr lang="ko-KR" altLang="en-US" sz="1100" dirty="0" smtClean="0">
                <a:solidFill>
                  <a:schemeClr val="tx1"/>
                </a:solidFill>
                <a:sym typeface="Wingdings" panose="05000000000000000000" pitchFamily="2" charset="2"/>
              </a:rPr>
              <a:t>수면의 질</a:t>
            </a:r>
            <a:r>
              <a:rPr lang="en-US" altLang="ko-KR" sz="1100" dirty="0" smtClean="0">
                <a:solidFill>
                  <a:schemeClr val="tx1"/>
                </a:solidFill>
                <a:sym typeface="Wingdings" panose="05000000000000000000" pitchFamily="2" charset="2"/>
              </a:rPr>
              <a:t>(Q1)</a:t>
            </a:r>
            <a:r>
              <a:rPr lang="ko-KR" altLang="en-US" sz="1100" dirty="0" smtClean="0">
                <a:solidFill>
                  <a:schemeClr val="tx1"/>
                </a:solidFill>
                <a:sym typeface="Wingdings" panose="05000000000000000000" pitchFamily="2" charset="2"/>
              </a:rPr>
              <a:t> 좋지 않다고 설문조사 함</a:t>
            </a:r>
            <a:r>
              <a:rPr lang="en-US" altLang="ko-KR" sz="1100" dirty="0" smtClean="0">
                <a:solidFill>
                  <a:schemeClr val="tx1"/>
                </a:solidFill>
                <a:sym typeface="Wingdings" panose="05000000000000000000" pitchFamily="2" charset="2"/>
              </a:rPr>
              <a:t>, </a:t>
            </a:r>
            <a:r>
              <a:rPr lang="ko-KR" altLang="en-US" sz="1100" b="1" u="sng" dirty="0" smtClean="0">
                <a:solidFill>
                  <a:srgbClr val="FF0000"/>
                </a:solidFill>
                <a:sym typeface="Wingdings" panose="05000000000000000000" pitchFamily="2" charset="2"/>
              </a:rPr>
              <a:t>수면의 질 개선을 위해서 계속해서 수면 가이드 라인을 꾸준하게 준수 하는 것으로 보임 </a:t>
            </a:r>
            <a:endParaRPr lang="en-US" altLang="ko-KR" sz="1100" b="1" u="sng" dirty="0" smtClean="0">
              <a:solidFill>
                <a:srgbClr val="FF0000"/>
              </a:solidFill>
              <a:sym typeface="Wingdings" panose="05000000000000000000" pitchFamily="2" charset="2"/>
            </a:endParaRPr>
          </a:p>
          <a:p>
            <a:pPr marL="171450" indent="-171450">
              <a:buFont typeface="Wingdings" panose="05000000000000000000" pitchFamily="2" charset="2"/>
              <a:buChar char="à"/>
            </a:pPr>
            <a:r>
              <a:rPr lang="ko-KR" altLang="en-US" sz="1100" dirty="0" smtClean="0">
                <a:solidFill>
                  <a:schemeClr val="tx1"/>
                </a:solidFill>
                <a:sym typeface="Wingdings" panose="05000000000000000000" pitchFamily="2" charset="2"/>
              </a:rPr>
              <a:t>설문 기간 동안 가이드 잘 준수하였고 신체적피로와 스트레스 감소하였지만 수면의 질은 여전히 좋아지지 못함  </a:t>
            </a:r>
            <a:endParaRPr lang="en-US" altLang="ko-KR" sz="1100" dirty="0" smtClean="0">
              <a:solidFill>
                <a:schemeClr val="tx1"/>
              </a:solidFill>
              <a:sym typeface="Wingdings" panose="05000000000000000000" pitchFamily="2" charset="2"/>
            </a:endParaRPr>
          </a:p>
          <a:p>
            <a:pPr marL="171450" indent="-171450">
              <a:buFont typeface="Wingdings" panose="05000000000000000000" pitchFamily="2" charset="2"/>
              <a:buChar char="à"/>
            </a:pPr>
            <a:endParaRPr lang="en-US" altLang="ko-KR" sz="1100" dirty="0">
              <a:solidFill>
                <a:schemeClr val="tx1"/>
              </a:solidFill>
              <a:sym typeface="Wingdings" panose="05000000000000000000" pitchFamily="2" charset="2"/>
            </a:endParaRPr>
          </a:p>
          <a:p>
            <a:r>
              <a:rPr lang="en-US" altLang="ko-KR" sz="1100" dirty="0">
                <a:solidFill>
                  <a:schemeClr val="tx1"/>
                </a:solidFill>
                <a:sym typeface="Wingdings" panose="05000000000000000000" pitchFamily="2" charset="2"/>
              </a:rPr>
              <a:t>[</a:t>
            </a:r>
            <a:r>
              <a:rPr lang="en-US" altLang="ko-KR" sz="1100" dirty="0" smtClean="0">
                <a:solidFill>
                  <a:schemeClr val="tx1"/>
                </a:solidFill>
                <a:sym typeface="Wingdings" panose="05000000000000000000" pitchFamily="2" charset="2"/>
              </a:rPr>
              <a:t>id05] </a:t>
            </a:r>
            <a:r>
              <a:rPr lang="ko-KR" altLang="en-US" sz="1100" dirty="0" smtClean="0">
                <a:solidFill>
                  <a:schemeClr val="tx1"/>
                </a:solidFill>
                <a:sym typeface="Wingdings" panose="05000000000000000000" pitchFamily="2" charset="2"/>
              </a:rPr>
              <a:t>수면 가이드 라인 </a:t>
            </a:r>
            <a:r>
              <a:rPr lang="en-US" altLang="ko-KR" sz="1100" dirty="0" smtClean="0">
                <a:solidFill>
                  <a:schemeClr val="tx1"/>
                </a:solidFill>
                <a:sym typeface="Wingdings" panose="05000000000000000000" pitchFamily="2" charset="2"/>
              </a:rPr>
              <a:t>8</a:t>
            </a:r>
            <a:r>
              <a:rPr lang="ko-KR" altLang="en-US" sz="1100" dirty="0" smtClean="0">
                <a:solidFill>
                  <a:schemeClr val="tx1"/>
                </a:solidFill>
                <a:sym typeface="Wingdings" panose="05000000000000000000" pitchFamily="2" charset="2"/>
              </a:rPr>
              <a:t>월 </a:t>
            </a:r>
            <a:r>
              <a:rPr lang="en-US" altLang="ko-KR" sz="1100" dirty="0" smtClean="0">
                <a:solidFill>
                  <a:schemeClr val="tx1"/>
                </a:solidFill>
                <a:sym typeface="Wingdings" panose="05000000000000000000" pitchFamily="2" charset="2"/>
              </a:rPr>
              <a:t>11</a:t>
            </a:r>
            <a:r>
              <a:rPr lang="ko-KR" altLang="en-US" sz="1100" dirty="0" smtClean="0">
                <a:solidFill>
                  <a:schemeClr val="tx1"/>
                </a:solidFill>
                <a:sym typeface="Wingdings" panose="05000000000000000000" pitchFamily="2" charset="2"/>
              </a:rPr>
              <a:t>월에 준수하지 않음</a:t>
            </a:r>
            <a:endParaRPr lang="en-US" altLang="ko-KR" sz="1100" dirty="0" smtClean="0">
              <a:solidFill>
                <a:schemeClr val="tx1"/>
              </a:solidFill>
              <a:sym typeface="Wingdings" panose="05000000000000000000" pitchFamily="2" charset="2"/>
            </a:endParaRPr>
          </a:p>
          <a:p>
            <a:r>
              <a:rPr lang="ko-KR" altLang="en-US" sz="1100" dirty="0" smtClean="0">
                <a:solidFill>
                  <a:schemeClr val="tx1"/>
                </a:solidFill>
                <a:sym typeface="Wingdings" panose="05000000000000000000" pitchFamily="2" charset="2"/>
              </a:rPr>
              <a:t> </a:t>
            </a:r>
            <a:r>
              <a:rPr lang="en-US" altLang="ko-KR" sz="1100" dirty="0" smtClean="0">
                <a:solidFill>
                  <a:schemeClr val="tx1"/>
                </a:solidFill>
                <a:sym typeface="Wingdings" panose="05000000000000000000" pitchFamily="2" charset="2"/>
              </a:rPr>
              <a:t> 8</a:t>
            </a:r>
            <a:r>
              <a:rPr lang="ko-KR" altLang="en-US" sz="1100" dirty="0" smtClean="0">
                <a:solidFill>
                  <a:schemeClr val="tx1"/>
                </a:solidFill>
                <a:sym typeface="Wingdings" panose="05000000000000000000" pitchFamily="2" charset="2"/>
              </a:rPr>
              <a:t>월 </a:t>
            </a:r>
            <a:r>
              <a:rPr lang="en-US" altLang="ko-KR" sz="1100" dirty="0" smtClean="0">
                <a:solidFill>
                  <a:schemeClr val="tx1"/>
                </a:solidFill>
                <a:sym typeface="Wingdings" panose="05000000000000000000" pitchFamily="2" charset="2"/>
              </a:rPr>
              <a:t>11</a:t>
            </a:r>
            <a:r>
              <a:rPr lang="ko-KR" altLang="en-US" sz="1100" dirty="0" smtClean="0">
                <a:solidFill>
                  <a:schemeClr val="tx1"/>
                </a:solidFill>
                <a:sym typeface="Wingdings" panose="05000000000000000000" pitchFamily="2" charset="2"/>
              </a:rPr>
              <a:t>월에 수면의 질이 좋다고 설문함</a:t>
            </a:r>
            <a:r>
              <a:rPr lang="en-US" altLang="ko-KR" sz="1100" dirty="0" smtClean="0">
                <a:solidFill>
                  <a:schemeClr val="tx1"/>
                </a:solidFill>
                <a:sym typeface="Wingdings" panose="05000000000000000000" pitchFamily="2" charset="2"/>
              </a:rPr>
              <a:t>. </a:t>
            </a:r>
            <a:r>
              <a:rPr lang="ko-KR" altLang="en-US" sz="1100" b="1" u="sng" dirty="0" smtClean="0">
                <a:solidFill>
                  <a:srgbClr val="FF0000"/>
                </a:solidFill>
                <a:sym typeface="Wingdings" panose="05000000000000000000" pitchFamily="2" charset="2"/>
              </a:rPr>
              <a:t>수면의 질이 좋다고 생각하면 수면 가이드 라인을 준수 안 </a:t>
            </a:r>
            <a:r>
              <a:rPr lang="ko-KR" altLang="en-US" sz="1100" b="1" u="sng" dirty="0" err="1" smtClean="0">
                <a:solidFill>
                  <a:srgbClr val="FF0000"/>
                </a:solidFill>
                <a:sym typeface="Wingdings" panose="05000000000000000000" pitchFamily="2" charset="2"/>
              </a:rPr>
              <a:t>할수도</a:t>
            </a:r>
            <a:r>
              <a:rPr lang="ko-KR" altLang="en-US" sz="1100" b="1" u="sng" dirty="0" smtClean="0">
                <a:solidFill>
                  <a:srgbClr val="FF0000"/>
                </a:solidFill>
                <a:sym typeface="Wingdings" panose="05000000000000000000" pitchFamily="2" charset="2"/>
              </a:rPr>
              <a:t> 있음 </a:t>
            </a:r>
            <a:endParaRPr lang="en-US" altLang="ko-KR" sz="1100" b="1" u="sng" dirty="0" smtClean="0">
              <a:solidFill>
                <a:srgbClr val="FF0000"/>
              </a:solidFill>
              <a:sym typeface="Wingdings" panose="05000000000000000000" pitchFamily="2" charset="2"/>
            </a:endParaRPr>
          </a:p>
          <a:p>
            <a:endParaRPr lang="en-US" altLang="ko-KR" sz="1100" dirty="0">
              <a:solidFill>
                <a:schemeClr val="tx1"/>
              </a:solidFill>
              <a:sym typeface="Wingdings" panose="05000000000000000000" pitchFamily="2" charset="2"/>
            </a:endParaRPr>
          </a:p>
          <a:p>
            <a:endParaRPr lang="en-US" altLang="ko-KR" sz="1100" dirty="0" smtClean="0">
              <a:solidFill>
                <a:schemeClr val="tx1"/>
              </a:solidFill>
              <a:sym typeface="Wingdings" panose="05000000000000000000" pitchFamily="2" charset="2"/>
            </a:endParaRPr>
          </a:p>
          <a:p>
            <a:endParaRPr lang="en-US" altLang="ko-KR" sz="1100" dirty="0">
              <a:solidFill>
                <a:schemeClr val="tx1"/>
              </a:solidFill>
              <a:sym typeface="Wingdings" panose="05000000000000000000" pitchFamily="2" charset="2"/>
            </a:endParaRPr>
          </a:p>
          <a:p>
            <a:endParaRPr lang="en-US" altLang="ko-KR" sz="1100" dirty="0" smtClean="0">
              <a:solidFill>
                <a:schemeClr val="tx1"/>
              </a:solidFill>
              <a:sym typeface="Wingdings" panose="05000000000000000000" pitchFamily="2" charset="2"/>
            </a:endParaRPr>
          </a:p>
          <a:p>
            <a:endParaRPr lang="en-US" altLang="ko-KR" sz="1100" dirty="0">
              <a:solidFill>
                <a:schemeClr val="tx1"/>
              </a:solidFill>
              <a:sym typeface="Wingdings" panose="05000000000000000000" pitchFamily="2" charset="2"/>
            </a:endParaRPr>
          </a:p>
          <a:p>
            <a:endParaRPr lang="en-US" altLang="ko-KR" sz="1100" dirty="0" smtClean="0">
              <a:solidFill>
                <a:schemeClr val="tx1"/>
              </a:solidFill>
              <a:sym typeface="Wingdings" panose="05000000000000000000" pitchFamily="2" charset="2"/>
            </a:endParaRPr>
          </a:p>
          <a:p>
            <a:endParaRPr lang="en-US" altLang="ko-KR" sz="1100" dirty="0">
              <a:solidFill>
                <a:schemeClr val="tx1"/>
              </a:solidFill>
              <a:sym typeface="Wingdings" panose="05000000000000000000" pitchFamily="2" charset="2"/>
            </a:endParaRPr>
          </a:p>
          <a:p>
            <a:endParaRPr lang="en-US" altLang="ko-KR" sz="1100" dirty="0" smtClean="0">
              <a:solidFill>
                <a:schemeClr val="tx1"/>
              </a:solidFill>
              <a:sym typeface="Wingdings" panose="05000000000000000000" pitchFamily="2" charset="2"/>
            </a:endParaRPr>
          </a:p>
          <a:p>
            <a:endParaRPr lang="en-US" altLang="ko-KR" sz="1100" dirty="0">
              <a:solidFill>
                <a:schemeClr val="tx1"/>
              </a:solidFill>
              <a:sym typeface="Wingdings" panose="05000000000000000000" pitchFamily="2" charset="2"/>
            </a:endParaRPr>
          </a:p>
          <a:p>
            <a:r>
              <a:rPr lang="ko-KR" altLang="en-US" sz="1100" dirty="0" smtClean="0">
                <a:solidFill>
                  <a:schemeClr val="tx1"/>
                </a:solidFill>
                <a:sym typeface="Wingdings" panose="05000000000000000000" pitchFamily="2" charset="2"/>
              </a:rPr>
              <a:t>   </a:t>
            </a:r>
            <a:endParaRPr lang="en-US" altLang="ko-KR" sz="1100" dirty="0" smtClean="0">
              <a:solidFill>
                <a:schemeClr val="tx1"/>
              </a:solidFill>
              <a:sym typeface="Wingdings" panose="05000000000000000000" pitchFamily="2" charset="2"/>
            </a:endParaRPr>
          </a:p>
          <a:p>
            <a:endParaRPr lang="en-US" altLang="ko-KR" sz="1100" dirty="0">
              <a:solidFill>
                <a:schemeClr val="tx1"/>
              </a:solidFill>
              <a:sym typeface="Wingdings" panose="05000000000000000000" pitchFamily="2" charset="2"/>
            </a:endParaRPr>
          </a:p>
          <a:p>
            <a:endParaRPr lang="en-US" altLang="ko-KR" sz="1100" dirty="0" smtClean="0">
              <a:solidFill>
                <a:schemeClr val="tx1"/>
              </a:solidFill>
              <a:sym typeface="Wingdings" panose="05000000000000000000" pitchFamily="2" charset="2"/>
            </a:endParaRPr>
          </a:p>
          <a:p>
            <a:endParaRPr lang="en-US" altLang="ko-KR" sz="1100" dirty="0">
              <a:solidFill>
                <a:schemeClr val="tx1"/>
              </a:solidFill>
              <a:sym typeface="Wingdings" panose="05000000000000000000" pitchFamily="2" charset="2"/>
            </a:endParaRPr>
          </a:p>
        </p:txBody>
      </p:sp>
      <p:sp>
        <p:nvSpPr>
          <p:cNvPr id="10" name="직사각형 9"/>
          <p:cNvSpPr/>
          <p:nvPr/>
        </p:nvSpPr>
        <p:spPr>
          <a:xfrm>
            <a:off x="365124" y="2536730"/>
            <a:ext cx="9200693" cy="38821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7604321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4"/>
          <p:cNvSpPr>
            <a:spLocks noGrp="1"/>
          </p:cNvSpPr>
          <p:nvPr>
            <p:ph type="title"/>
          </p:nvPr>
        </p:nvSpPr>
        <p:spPr>
          <a:xfrm>
            <a:off x="279400" y="377825"/>
            <a:ext cx="8478168" cy="274638"/>
          </a:xfrm>
        </p:spPr>
        <p:txBody>
          <a:bodyPr/>
          <a:lstStyle/>
          <a:p>
            <a:r>
              <a:rPr lang="en-US" altLang="ko-KR" dirty="0" smtClean="0"/>
              <a:t>[</a:t>
            </a:r>
            <a:r>
              <a:rPr lang="ko-KR" altLang="en-US" dirty="0" smtClean="0"/>
              <a:t>참고</a:t>
            </a:r>
            <a:r>
              <a:rPr lang="en-US" altLang="ko-KR" dirty="0" smtClean="0"/>
              <a:t>] Q1 </a:t>
            </a:r>
            <a:r>
              <a:rPr lang="ko-KR" altLang="en-US" dirty="0" smtClean="0"/>
              <a:t>평균점수 </a:t>
            </a:r>
            <a:r>
              <a:rPr lang="en-US" altLang="ko-KR" dirty="0" smtClean="0"/>
              <a:t>(</a:t>
            </a:r>
            <a:r>
              <a:rPr lang="ko-KR" altLang="en-US" dirty="0"/>
              <a:t>기상 직후 본인이 인지한 전반적인 수면의 </a:t>
            </a:r>
            <a:r>
              <a:rPr lang="ko-KR" altLang="en-US" dirty="0" smtClean="0"/>
              <a:t>질</a:t>
            </a:r>
            <a:r>
              <a:rPr lang="en-US" altLang="ko-KR" dirty="0" smtClean="0"/>
              <a:t>)</a:t>
            </a:r>
            <a:endParaRPr lang="ko-KR" altLang="en-US" dirty="0"/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8322" y="836712"/>
            <a:ext cx="8449246" cy="5544616"/>
          </a:xfrm>
          <a:prstGeom prst="rect">
            <a:avLst/>
          </a:prstGeom>
        </p:spPr>
      </p:pic>
      <p:sp>
        <p:nvSpPr>
          <p:cNvPr id="7" name="모서리가 둥근 직사각형 6"/>
          <p:cNvSpPr/>
          <p:nvPr/>
        </p:nvSpPr>
        <p:spPr>
          <a:xfrm>
            <a:off x="5529064" y="1700808"/>
            <a:ext cx="2952328" cy="360040"/>
          </a:xfrm>
          <a:prstGeom prst="roundRect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dirty="0" smtClean="0">
                <a:solidFill>
                  <a:srgbClr val="FF0000"/>
                </a:solidFill>
              </a:rPr>
              <a:t>높을수록 수면의 질 </a:t>
            </a:r>
            <a:r>
              <a:rPr lang="ko-KR" altLang="en-US" sz="1600" b="1" dirty="0" smtClean="0">
                <a:solidFill>
                  <a:srgbClr val="FF0000"/>
                </a:solidFill>
              </a:rPr>
              <a:t>좋은</a:t>
            </a:r>
            <a:r>
              <a:rPr lang="ko-KR" altLang="en-US" sz="1600" dirty="0" smtClean="0">
                <a:solidFill>
                  <a:srgbClr val="FF0000"/>
                </a:solidFill>
              </a:rPr>
              <a:t> 거임</a:t>
            </a:r>
            <a:endParaRPr lang="ko-KR" altLang="en-US" sz="1600" dirty="0">
              <a:solidFill>
                <a:srgbClr val="FF0000"/>
              </a:solidFill>
            </a:endParaRPr>
          </a:p>
        </p:txBody>
      </p:sp>
      <p:pic>
        <p:nvPicPr>
          <p:cNvPr id="8" name="Picture 2" descr="별표 아이콘 PNG 이미지 | PNGEg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56656" y="4797152"/>
            <a:ext cx="720080" cy="7200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2" descr="별표 아이콘 PNG 이미지 | PNGEg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25208" y="3429000"/>
            <a:ext cx="720080" cy="7200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7300576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4"/>
          <p:cNvSpPr>
            <a:spLocks noGrp="1"/>
          </p:cNvSpPr>
          <p:nvPr>
            <p:ph type="title"/>
          </p:nvPr>
        </p:nvSpPr>
        <p:spPr>
          <a:xfrm>
            <a:off x="279400" y="377825"/>
            <a:ext cx="8129984" cy="274638"/>
          </a:xfrm>
        </p:spPr>
        <p:txBody>
          <a:bodyPr/>
          <a:lstStyle/>
          <a:p>
            <a:r>
              <a:rPr lang="en-US" altLang="ko-KR" dirty="0"/>
              <a:t>[</a:t>
            </a:r>
            <a:r>
              <a:rPr lang="ko-KR" altLang="en-US" dirty="0"/>
              <a:t>참고</a:t>
            </a:r>
            <a:r>
              <a:rPr lang="en-US" altLang="ko-KR" dirty="0"/>
              <a:t>] </a:t>
            </a:r>
            <a:r>
              <a:rPr lang="en-US" altLang="ko-KR" dirty="0" smtClean="0"/>
              <a:t>Q2 </a:t>
            </a:r>
            <a:r>
              <a:rPr lang="ko-KR" altLang="en-US" dirty="0" smtClean="0"/>
              <a:t>평균점수 </a:t>
            </a:r>
            <a:r>
              <a:rPr lang="en-US" altLang="ko-KR" dirty="0" smtClean="0"/>
              <a:t>(</a:t>
            </a:r>
            <a:r>
              <a:rPr lang="ko-KR" altLang="en-US" dirty="0"/>
              <a:t>취침 직전 본인이 느낀 신체적 피로 </a:t>
            </a:r>
            <a:r>
              <a:rPr lang="ko-KR" altLang="en-US" dirty="0" smtClean="0"/>
              <a:t>수준</a:t>
            </a:r>
            <a:r>
              <a:rPr lang="en-US" altLang="ko-KR" dirty="0" smtClean="0"/>
              <a:t>)</a:t>
            </a:r>
            <a:r>
              <a:rPr lang="ko-KR" altLang="en-US" dirty="0" smtClean="0"/>
              <a:t> </a:t>
            </a:r>
            <a:endParaRPr lang="ko-KR" altLang="en-US" dirty="0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9400" y="836712"/>
            <a:ext cx="8487974" cy="5544616"/>
          </a:xfrm>
          <a:prstGeom prst="rect">
            <a:avLst/>
          </a:prstGeom>
        </p:spPr>
      </p:pic>
      <p:sp>
        <p:nvSpPr>
          <p:cNvPr id="6" name="모서리가 둥근 직사각형 5"/>
          <p:cNvSpPr/>
          <p:nvPr/>
        </p:nvSpPr>
        <p:spPr>
          <a:xfrm>
            <a:off x="5529064" y="1700808"/>
            <a:ext cx="2952328" cy="360040"/>
          </a:xfrm>
          <a:prstGeom prst="roundRect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dirty="0" smtClean="0">
                <a:solidFill>
                  <a:srgbClr val="FF0000"/>
                </a:solidFill>
              </a:rPr>
              <a:t>높을수록 신체적 피로 </a:t>
            </a:r>
            <a:r>
              <a:rPr lang="ko-KR" altLang="en-US" sz="1600" b="1" dirty="0" smtClean="0">
                <a:solidFill>
                  <a:srgbClr val="FF0000"/>
                </a:solidFill>
              </a:rPr>
              <a:t>낮은 </a:t>
            </a:r>
            <a:r>
              <a:rPr lang="ko-KR" altLang="en-US" sz="1600" dirty="0" smtClean="0">
                <a:solidFill>
                  <a:srgbClr val="FF0000"/>
                </a:solidFill>
              </a:rPr>
              <a:t>거임</a:t>
            </a:r>
            <a:endParaRPr lang="ko-KR" altLang="en-US" sz="1600" dirty="0">
              <a:solidFill>
                <a:srgbClr val="FF0000"/>
              </a:solidFill>
            </a:endParaRPr>
          </a:p>
        </p:txBody>
      </p:sp>
      <p:pic>
        <p:nvPicPr>
          <p:cNvPr id="7" name="Picture 2" descr="별표 아이콘 PNG 이미지 | PNGEg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73080" y="4365104"/>
            <a:ext cx="720080" cy="7200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2" descr="별표 아이콘 PNG 이미지 | PNGEg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40632" y="4221088"/>
            <a:ext cx="720080" cy="7200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0418087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4"/>
          <p:cNvSpPr>
            <a:spLocks noGrp="1"/>
          </p:cNvSpPr>
          <p:nvPr>
            <p:ph type="title"/>
          </p:nvPr>
        </p:nvSpPr>
        <p:spPr>
          <a:xfrm>
            <a:off x="279400" y="377825"/>
            <a:ext cx="7121872" cy="274638"/>
          </a:xfrm>
        </p:spPr>
        <p:txBody>
          <a:bodyPr/>
          <a:lstStyle/>
          <a:p>
            <a:r>
              <a:rPr lang="en-US" altLang="ko-KR" dirty="0"/>
              <a:t>[</a:t>
            </a:r>
            <a:r>
              <a:rPr lang="ko-KR" altLang="en-US" dirty="0"/>
              <a:t>참고</a:t>
            </a:r>
            <a:r>
              <a:rPr lang="en-US" altLang="ko-KR" dirty="0"/>
              <a:t>] </a:t>
            </a:r>
            <a:r>
              <a:rPr lang="en-US" altLang="ko-KR" dirty="0" smtClean="0"/>
              <a:t>Q3 </a:t>
            </a:r>
            <a:r>
              <a:rPr lang="ko-KR" altLang="en-US" dirty="0" smtClean="0"/>
              <a:t>평균점수 </a:t>
            </a:r>
            <a:r>
              <a:rPr lang="en-US" altLang="ko-KR" dirty="0" smtClean="0"/>
              <a:t>(</a:t>
            </a:r>
            <a:r>
              <a:rPr lang="ko-KR" altLang="en-US" dirty="0"/>
              <a:t>취침 직전 본인이 느낀 스트레스 </a:t>
            </a:r>
            <a:r>
              <a:rPr lang="ko-KR" altLang="en-US" dirty="0" smtClean="0"/>
              <a:t>수준</a:t>
            </a:r>
            <a:r>
              <a:rPr lang="en-US" altLang="ko-KR" dirty="0" smtClean="0"/>
              <a:t>)</a:t>
            </a:r>
            <a:r>
              <a:rPr lang="ko-KR" altLang="en-US" dirty="0" smtClean="0"/>
              <a:t> </a:t>
            </a:r>
            <a:endParaRPr lang="ko-KR" altLang="en-US" dirty="0"/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9400" y="836712"/>
            <a:ext cx="8449246" cy="5544616"/>
          </a:xfrm>
          <a:prstGeom prst="rect">
            <a:avLst/>
          </a:prstGeom>
        </p:spPr>
      </p:pic>
      <p:sp>
        <p:nvSpPr>
          <p:cNvPr id="6" name="모서리가 둥근 직사각형 5"/>
          <p:cNvSpPr/>
          <p:nvPr/>
        </p:nvSpPr>
        <p:spPr>
          <a:xfrm>
            <a:off x="5529064" y="1700808"/>
            <a:ext cx="2736304" cy="360040"/>
          </a:xfrm>
          <a:prstGeom prst="roundRect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dirty="0" smtClean="0">
                <a:solidFill>
                  <a:srgbClr val="FF0000"/>
                </a:solidFill>
              </a:rPr>
              <a:t>높을수록 스트레스 </a:t>
            </a:r>
            <a:r>
              <a:rPr lang="ko-KR" altLang="en-US" sz="1600" b="1" dirty="0" smtClean="0">
                <a:solidFill>
                  <a:srgbClr val="FF0000"/>
                </a:solidFill>
              </a:rPr>
              <a:t>낮은</a:t>
            </a:r>
            <a:r>
              <a:rPr lang="ko-KR" altLang="en-US" sz="1600" dirty="0" smtClean="0">
                <a:solidFill>
                  <a:srgbClr val="FF0000"/>
                </a:solidFill>
              </a:rPr>
              <a:t> 거임</a:t>
            </a:r>
            <a:endParaRPr lang="ko-KR" altLang="en-US" sz="1600" dirty="0">
              <a:solidFill>
                <a:srgbClr val="FF0000"/>
              </a:solidFill>
            </a:endParaRPr>
          </a:p>
        </p:txBody>
      </p:sp>
      <p:pic>
        <p:nvPicPr>
          <p:cNvPr id="10242" name="Picture 2" descr="별표 아이콘 PNG 이미지 | PNGEg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52600" y="4293096"/>
            <a:ext cx="720080" cy="7200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2" descr="별표 아이콘 PNG 이미지 | PNGEg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73080" y="3248980"/>
            <a:ext cx="720080" cy="7200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572361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4"/>
          <p:cNvSpPr>
            <a:spLocks noGrp="1"/>
          </p:cNvSpPr>
          <p:nvPr>
            <p:ph type="title"/>
          </p:nvPr>
        </p:nvSpPr>
        <p:spPr>
          <a:xfrm>
            <a:off x="279400" y="377825"/>
            <a:ext cx="8850064" cy="274638"/>
          </a:xfrm>
        </p:spPr>
        <p:txBody>
          <a:bodyPr/>
          <a:lstStyle/>
          <a:p>
            <a:r>
              <a:rPr lang="en-US" altLang="ko-KR" dirty="0"/>
              <a:t>[</a:t>
            </a:r>
            <a:r>
              <a:rPr lang="ko-KR" altLang="en-US" dirty="0"/>
              <a:t>참고</a:t>
            </a:r>
            <a:r>
              <a:rPr lang="en-US" altLang="ko-KR" dirty="0"/>
              <a:t>] </a:t>
            </a:r>
            <a:r>
              <a:rPr lang="en-US" altLang="ko-KR" dirty="0" smtClean="0"/>
              <a:t>S1 </a:t>
            </a:r>
            <a:r>
              <a:rPr lang="ko-KR" altLang="en-US" dirty="0" smtClean="0"/>
              <a:t>평균점수 </a:t>
            </a:r>
            <a:r>
              <a:rPr lang="en-US" altLang="ko-KR" dirty="0" smtClean="0"/>
              <a:t>(</a:t>
            </a:r>
            <a:r>
              <a:rPr lang="ko-KR" altLang="en-US" dirty="0"/>
              <a:t>총 수면 시간</a:t>
            </a:r>
            <a:r>
              <a:rPr lang="en-US" altLang="ko-KR" dirty="0"/>
              <a:t>(TST) </a:t>
            </a:r>
            <a:r>
              <a:rPr lang="ko-KR" altLang="en-US" dirty="0"/>
              <a:t>가이드라인을 준수했는지 </a:t>
            </a:r>
            <a:r>
              <a:rPr lang="en-US" altLang="ko-KR" dirty="0" smtClean="0"/>
              <a:t>3LEVELS)</a:t>
            </a:r>
            <a:r>
              <a:rPr lang="ko-KR" altLang="en-US" dirty="0" smtClean="0"/>
              <a:t> </a:t>
            </a:r>
            <a:endParaRPr lang="ko-KR" altLang="en-US" dirty="0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9400" y="908720"/>
            <a:ext cx="8568868" cy="54726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700333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4"/>
          <p:cNvSpPr>
            <a:spLocks noGrp="1"/>
          </p:cNvSpPr>
          <p:nvPr>
            <p:ph type="title"/>
          </p:nvPr>
        </p:nvSpPr>
        <p:spPr>
          <a:xfrm>
            <a:off x="279400" y="377825"/>
            <a:ext cx="8346008" cy="274638"/>
          </a:xfrm>
        </p:spPr>
        <p:txBody>
          <a:bodyPr/>
          <a:lstStyle/>
          <a:p>
            <a:r>
              <a:rPr lang="en-US" altLang="ko-KR" dirty="0"/>
              <a:t>[</a:t>
            </a:r>
            <a:r>
              <a:rPr lang="ko-KR" altLang="en-US" dirty="0"/>
              <a:t>참고</a:t>
            </a:r>
            <a:r>
              <a:rPr lang="en-US" altLang="ko-KR" dirty="0"/>
              <a:t>] </a:t>
            </a:r>
            <a:r>
              <a:rPr lang="en-US" altLang="ko-KR" dirty="0" smtClean="0"/>
              <a:t>S2 </a:t>
            </a:r>
            <a:r>
              <a:rPr lang="ko-KR" altLang="en-US" dirty="0" smtClean="0"/>
              <a:t>평균점수 </a:t>
            </a:r>
            <a:r>
              <a:rPr lang="en-US" altLang="ko-KR" dirty="0" smtClean="0"/>
              <a:t>(</a:t>
            </a:r>
            <a:r>
              <a:rPr lang="ko-KR" altLang="en-US" dirty="0"/>
              <a:t>수면 효율</a:t>
            </a:r>
            <a:r>
              <a:rPr lang="en-US" altLang="ko-KR" dirty="0"/>
              <a:t>(SE) </a:t>
            </a:r>
            <a:r>
              <a:rPr lang="ko-KR" altLang="en-US" dirty="0"/>
              <a:t>가이드라인을 준수했는지 </a:t>
            </a:r>
            <a:r>
              <a:rPr lang="ko-KR" altLang="en-US" dirty="0" smtClean="0"/>
              <a:t>여부</a:t>
            </a:r>
            <a:r>
              <a:rPr lang="en-US" altLang="ko-KR" dirty="0" smtClean="0"/>
              <a:t>)</a:t>
            </a:r>
            <a:r>
              <a:rPr lang="ko-KR" altLang="en-US" dirty="0" smtClean="0"/>
              <a:t> </a:t>
            </a:r>
            <a:endParaRPr lang="ko-KR" altLang="en-US" dirty="0"/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9400" y="836712"/>
            <a:ext cx="8487974" cy="55446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669358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4"/>
          <p:cNvSpPr>
            <a:spLocks noGrp="1"/>
          </p:cNvSpPr>
          <p:nvPr>
            <p:ph type="title"/>
          </p:nvPr>
        </p:nvSpPr>
        <p:spPr>
          <a:xfrm>
            <a:off x="279400" y="377825"/>
            <a:ext cx="8850064" cy="274638"/>
          </a:xfrm>
        </p:spPr>
        <p:txBody>
          <a:bodyPr/>
          <a:lstStyle/>
          <a:p>
            <a:r>
              <a:rPr lang="en-US" altLang="ko-KR" dirty="0"/>
              <a:t>[</a:t>
            </a:r>
            <a:r>
              <a:rPr lang="ko-KR" altLang="en-US" dirty="0"/>
              <a:t>참고</a:t>
            </a:r>
            <a:r>
              <a:rPr lang="en-US" altLang="ko-KR" dirty="0"/>
              <a:t>] </a:t>
            </a:r>
            <a:r>
              <a:rPr lang="en-US" altLang="ko-KR" dirty="0" smtClean="0"/>
              <a:t>S3 </a:t>
            </a:r>
            <a:r>
              <a:rPr lang="ko-KR" altLang="en-US" dirty="0" smtClean="0"/>
              <a:t>평균점수 </a:t>
            </a:r>
            <a:r>
              <a:rPr lang="en-US" altLang="ko-KR" dirty="0" smtClean="0"/>
              <a:t>(</a:t>
            </a:r>
            <a:r>
              <a:rPr lang="ko-KR" altLang="en-US" dirty="0"/>
              <a:t>수면 잠들기 지연 </a:t>
            </a:r>
            <a:r>
              <a:rPr lang="ko-KR" altLang="en-US" dirty="0" smtClean="0"/>
              <a:t>시간</a:t>
            </a:r>
            <a:r>
              <a:rPr lang="en-US" altLang="ko-KR" dirty="0"/>
              <a:t> </a:t>
            </a:r>
            <a:r>
              <a:rPr lang="ko-KR" altLang="en-US" dirty="0" smtClean="0"/>
              <a:t>가이드라인을 </a:t>
            </a:r>
            <a:r>
              <a:rPr lang="ko-KR" altLang="en-US" dirty="0"/>
              <a:t>준수했는지 </a:t>
            </a:r>
            <a:r>
              <a:rPr lang="ko-KR" altLang="en-US" dirty="0" smtClean="0"/>
              <a:t>여부</a:t>
            </a:r>
            <a:r>
              <a:rPr lang="en-US" altLang="ko-KR" dirty="0" smtClean="0"/>
              <a:t>)</a:t>
            </a:r>
            <a:r>
              <a:rPr lang="ko-KR" altLang="en-US" dirty="0" smtClean="0"/>
              <a:t> </a:t>
            </a:r>
            <a:endParaRPr lang="ko-KR" altLang="en-US" dirty="0"/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9400" y="836712"/>
            <a:ext cx="8487974" cy="55446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355326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내용 개체 틀 4"/>
          <p:cNvSpPr>
            <a:spLocks noGrp="1"/>
          </p:cNvSpPr>
          <p:nvPr>
            <p:ph idx="1"/>
          </p:nvPr>
        </p:nvSpPr>
        <p:spPr>
          <a:xfrm>
            <a:off x="560512" y="1373857"/>
            <a:ext cx="9145016" cy="4143375"/>
          </a:xfrm>
        </p:spPr>
        <p:txBody>
          <a:bodyPr/>
          <a:lstStyle/>
          <a:p>
            <a:pPr marL="0" indent="0">
              <a:lnSpc>
                <a:spcPct val="150000"/>
              </a:lnSpc>
              <a:buNone/>
            </a:pPr>
            <a:r>
              <a:rPr lang="en-US" altLang="ko-KR" sz="1400" dirty="0" smtClean="0">
                <a:solidFill>
                  <a:schemeClr val="bg1">
                    <a:lumMod val="50000"/>
                  </a:schemeClr>
                </a:solidFill>
              </a:rPr>
              <a:t># </a:t>
            </a:r>
            <a:r>
              <a:rPr lang="ko-KR" altLang="en-US" sz="1400" dirty="0" smtClean="0">
                <a:solidFill>
                  <a:schemeClr val="bg1">
                    <a:lumMod val="50000"/>
                  </a:schemeClr>
                </a:solidFill>
              </a:rPr>
              <a:t>예측 타겟 중 </a:t>
            </a:r>
            <a:r>
              <a:rPr lang="en-US" altLang="ko-KR" sz="1400" dirty="0" smtClean="0">
                <a:solidFill>
                  <a:schemeClr val="bg1">
                    <a:lumMod val="50000"/>
                  </a:schemeClr>
                </a:solidFill>
              </a:rPr>
              <a:t>F1 </a:t>
            </a:r>
            <a:r>
              <a:rPr lang="ko-KR" altLang="en-US" sz="1400" dirty="0" smtClean="0">
                <a:solidFill>
                  <a:schemeClr val="bg1">
                    <a:lumMod val="50000"/>
                  </a:schemeClr>
                </a:solidFill>
              </a:rPr>
              <a:t>점수가 낮은 </a:t>
            </a:r>
            <a:r>
              <a:rPr lang="en-US" altLang="ko-KR" sz="1400" dirty="0" smtClean="0">
                <a:solidFill>
                  <a:schemeClr val="bg1">
                    <a:lumMod val="50000"/>
                  </a:schemeClr>
                </a:solidFill>
              </a:rPr>
              <a:t>Q1, S1 </a:t>
            </a:r>
            <a:r>
              <a:rPr lang="ko-KR" altLang="en-US" sz="1400" dirty="0" smtClean="0">
                <a:solidFill>
                  <a:schemeClr val="bg1">
                    <a:lumMod val="50000"/>
                  </a:schemeClr>
                </a:solidFill>
              </a:rPr>
              <a:t>탐색</a:t>
            </a:r>
            <a:endParaRPr lang="en-US" altLang="ko-KR" sz="1400" dirty="0" smtClean="0">
              <a:solidFill>
                <a:schemeClr val="bg1">
                  <a:lumMod val="50000"/>
                </a:schemeClr>
              </a:solidFill>
            </a:endParaRPr>
          </a:p>
          <a:p>
            <a:pPr marL="400050" indent="-400050">
              <a:lnSpc>
                <a:spcPct val="150000"/>
              </a:lnSpc>
              <a:buAutoNum type="romanUcPeriod"/>
            </a:pPr>
            <a:r>
              <a:rPr lang="ko-KR" altLang="en-US" sz="1600" dirty="0" smtClean="0"/>
              <a:t>타겟 데이터 탐색 </a:t>
            </a:r>
            <a:r>
              <a:rPr lang="en-US" altLang="ko-KR" sz="1600" dirty="0" smtClean="0"/>
              <a:t>- Q1 </a:t>
            </a:r>
          </a:p>
          <a:p>
            <a:pPr marL="400050" indent="-400050">
              <a:lnSpc>
                <a:spcPct val="150000"/>
              </a:lnSpc>
              <a:buFontTx/>
              <a:buAutoNum type="romanUcPeriod"/>
            </a:pPr>
            <a:r>
              <a:rPr lang="ko-KR" altLang="en-US" sz="1600" dirty="0"/>
              <a:t>타겟 데이터 탐색 </a:t>
            </a:r>
            <a:r>
              <a:rPr lang="en-US" altLang="ko-KR" sz="1600" dirty="0" smtClean="0"/>
              <a:t>- S1 </a:t>
            </a:r>
          </a:p>
          <a:p>
            <a:pPr marL="400050" indent="-400050">
              <a:lnSpc>
                <a:spcPct val="150000"/>
              </a:lnSpc>
              <a:buFontTx/>
              <a:buAutoNum type="romanUcPeriod"/>
            </a:pPr>
            <a:r>
              <a:rPr lang="en-US" altLang="ko-KR" sz="1600" dirty="0" smtClean="0"/>
              <a:t>{</a:t>
            </a:r>
            <a:r>
              <a:rPr lang="ko-KR" altLang="en-US" sz="1600" dirty="0" smtClean="0"/>
              <a:t>블루투스</a:t>
            </a:r>
            <a:r>
              <a:rPr lang="en-US" altLang="ko-KR" sz="1600" dirty="0" smtClean="0"/>
              <a:t>, </a:t>
            </a:r>
            <a:r>
              <a:rPr lang="en-US" altLang="ko-KR" sz="1600" dirty="0" err="1" smtClean="0"/>
              <a:t>wifi</a:t>
            </a:r>
            <a:r>
              <a:rPr lang="en-US" altLang="ko-KR" sz="1600" dirty="0" smtClean="0"/>
              <a:t>}</a:t>
            </a:r>
            <a:r>
              <a:rPr lang="ko-KR" altLang="en-US" sz="1600" dirty="0" smtClean="0"/>
              <a:t>와 같은 </a:t>
            </a:r>
            <a:r>
              <a:rPr lang="ko-KR" altLang="en-US" sz="1600" dirty="0" err="1" smtClean="0"/>
              <a:t>기기신호와</a:t>
            </a:r>
            <a:r>
              <a:rPr lang="ko-KR" altLang="en-US" sz="1600" dirty="0" smtClean="0"/>
              <a:t> 타겟과의 상관관계 분석</a:t>
            </a:r>
            <a:endParaRPr lang="en-US" altLang="ko-KR" sz="1600" dirty="0"/>
          </a:p>
          <a:p>
            <a:pPr marL="400050" indent="-400050">
              <a:lnSpc>
                <a:spcPct val="150000"/>
              </a:lnSpc>
              <a:buFontTx/>
              <a:buAutoNum type="romanUcPeriod"/>
            </a:pPr>
            <a:r>
              <a:rPr lang="en-US" altLang="ko-KR" sz="1600" dirty="0" smtClean="0"/>
              <a:t>{</a:t>
            </a:r>
            <a:r>
              <a:rPr lang="ko-KR" altLang="en-US" sz="1600" dirty="0" smtClean="0"/>
              <a:t>과도한 기기 사용</a:t>
            </a:r>
            <a:r>
              <a:rPr lang="en-US" altLang="ko-KR" sz="1600" dirty="0" smtClean="0"/>
              <a:t>}</a:t>
            </a:r>
            <a:r>
              <a:rPr lang="ko-KR" altLang="en-US" sz="1600" dirty="0" smtClean="0"/>
              <a:t>과 </a:t>
            </a:r>
            <a:r>
              <a:rPr lang="ko-KR" altLang="en-US" sz="1600" dirty="0"/>
              <a:t>타겟과의 상관관계 </a:t>
            </a:r>
            <a:r>
              <a:rPr lang="ko-KR" altLang="en-US" sz="1600" dirty="0" smtClean="0"/>
              <a:t>분석</a:t>
            </a:r>
            <a:endParaRPr lang="en-US" altLang="ko-KR" sz="1600" dirty="0" smtClean="0"/>
          </a:p>
          <a:p>
            <a:pPr marL="400050" indent="-400050">
              <a:lnSpc>
                <a:spcPct val="150000"/>
              </a:lnSpc>
              <a:buFontTx/>
              <a:buAutoNum type="romanUcPeriod"/>
            </a:pPr>
            <a:r>
              <a:rPr lang="en-US" altLang="ko-KR" sz="1600" dirty="0" smtClean="0"/>
              <a:t>{</a:t>
            </a:r>
            <a:r>
              <a:rPr lang="en-US" altLang="ko-KR" sz="1600" dirty="0" err="1" smtClean="0"/>
              <a:t>Sleeptime</a:t>
            </a:r>
            <a:r>
              <a:rPr lang="en-US" altLang="ko-KR" sz="1600" dirty="0" smtClean="0"/>
              <a:t>(00-05)</a:t>
            </a:r>
            <a:r>
              <a:rPr lang="ko-KR" altLang="en-US" sz="1600" dirty="0" smtClean="0"/>
              <a:t>에 행동</a:t>
            </a:r>
            <a:r>
              <a:rPr lang="en-US" altLang="ko-KR" sz="1600" dirty="0" smtClean="0"/>
              <a:t>(</a:t>
            </a:r>
            <a:r>
              <a:rPr lang="ko-KR" altLang="en-US" sz="1600" dirty="0" err="1" smtClean="0"/>
              <a:t>주변소음</a:t>
            </a:r>
            <a:r>
              <a:rPr lang="en-US" altLang="ko-KR" sz="1600" dirty="0" smtClean="0"/>
              <a:t>, </a:t>
            </a:r>
            <a:r>
              <a:rPr lang="ko-KR" altLang="en-US" sz="1600" dirty="0" err="1" smtClean="0"/>
              <a:t>코골이</a:t>
            </a:r>
            <a:r>
              <a:rPr lang="en-US" altLang="ko-KR" sz="1600" dirty="0" smtClean="0"/>
              <a:t>, </a:t>
            </a:r>
            <a:r>
              <a:rPr lang="ko-KR" altLang="en-US" sz="1600" dirty="0" smtClean="0"/>
              <a:t>뒤척임</a:t>
            </a:r>
            <a:r>
              <a:rPr lang="en-US" altLang="ko-KR" sz="1600" dirty="0" smtClean="0"/>
              <a:t>, </a:t>
            </a:r>
            <a:r>
              <a:rPr lang="ko-KR" altLang="en-US" sz="1600" dirty="0" err="1" smtClean="0"/>
              <a:t>새벽화장실</a:t>
            </a:r>
            <a:r>
              <a:rPr lang="en-US" altLang="ko-KR" sz="1600" dirty="0" smtClean="0"/>
              <a:t>)}</a:t>
            </a:r>
            <a:r>
              <a:rPr lang="ko-KR" altLang="en-US" sz="1600" dirty="0" smtClean="0"/>
              <a:t>과 </a:t>
            </a:r>
            <a:r>
              <a:rPr lang="ko-KR" altLang="en-US" sz="1600" dirty="0"/>
              <a:t>타겟과의 상관관계 </a:t>
            </a:r>
            <a:r>
              <a:rPr lang="ko-KR" altLang="en-US" sz="1600" dirty="0" smtClean="0"/>
              <a:t>분석</a:t>
            </a:r>
            <a:endParaRPr lang="en-US" altLang="ko-KR" sz="1600" dirty="0" smtClean="0"/>
          </a:p>
          <a:p>
            <a:pPr marL="400050" indent="-400050">
              <a:lnSpc>
                <a:spcPct val="150000"/>
              </a:lnSpc>
              <a:buFontTx/>
              <a:buAutoNum type="romanUcPeriod"/>
            </a:pPr>
            <a:r>
              <a:rPr lang="en-US" altLang="ko-KR" sz="1600" dirty="0" smtClean="0"/>
              <a:t>{</a:t>
            </a:r>
            <a:r>
              <a:rPr lang="ko-KR" altLang="en-US" sz="1600" dirty="0" smtClean="0"/>
              <a:t>운동</a:t>
            </a:r>
            <a:r>
              <a:rPr lang="en-US" altLang="ko-KR" sz="1600" dirty="0" smtClean="0"/>
              <a:t>(</a:t>
            </a:r>
            <a:r>
              <a:rPr lang="ko-KR" altLang="en-US" sz="1600" dirty="0" err="1" smtClean="0"/>
              <a:t>걸음수</a:t>
            </a:r>
            <a:r>
              <a:rPr lang="ko-KR" altLang="en-US" sz="1600" dirty="0" smtClean="0"/>
              <a:t> 등</a:t>
            </a:r>
            <a:r>
              <a:rPr lang="en-US" altLang="ko-KR" sz="1600" dirty="0" smtClean="0"/>
              <a:t>)}</a:t>
            </a:r>
            <a:r>
              <a:rPr lang="ko-KR" altLang="en-US" sz="1600" dirty="0" smtClean="0"/>
              <a:t>과 타겟과의 상관관계 분석 </a:t>
            </a:r>
            <a:endParaRPr lang="en-US" altLang="ko-KR" sz="1600" dirty="0" smtClean="0"/>
          </a:p>
          <a:p>
            <a:pPr marL="400050" indent="-400050">
              <a:lnSpc>
                <a:spcPct val="150000"/>
              </a:lnSpc>
              <a:buFontTx/>
              <a:buAutoNum type="romanUcPeriod"/>
            </a:pPr>
            <a:r>
              <a:rPr lang="en-US" altLang="ko-KR" sz="1600" dirty="0" smtClean="0"/>
              <a:t>{</a:t>
            </a:r>
            <a:r>
              <a:rPr lang="ko-KR" altLang="en-US" sz="1600" dirty="0" err="1" smtClean="0"/>
              <a:t>심박동수</a:t>
            </a:r>
            <a:r>
              <a:rPr lang="en-US" altLang="ko-KR" sz="1600" dirty="0" smtClean="0"/>
              <a:t>}</a:t>
            </a:r>
            <a:r>
              <a:rPr lang="ko-KR" altLang="en-US" sz="1600" dirty="0" smtClean="0"/>
              <a:t>와 </a:t>
            </a:r>
            <a:r>
              <a:rPr lang="ko-KR" altLang="en-US" sz="1600" dirty="0"/>
              <a:t>타겟과의 상관관계 분석 </a:t>
            </a:r>
            <a:endParaRPr lang="en-US" altLang="ko-KR" sz="1600" dirty="0" smtClean="0"/>
          </a:p>
          <a:p>
            <a:pPr marL="400050" indent="-400050">
              <a:lnSpc>
                <a:spcPct val="150000"/>
              </a:lnSpc>
              <a:buFontTx/>
              <a:buAutoNum type="romanUcPeriod"/>
            </a:pPr>
            <a:r>
              <a:rPr lang="en-US" altLang="ko-KR" sz="1600" dirty="0" smtClean="0"/>
              <a:t>{</a:t>
            </a:r>
            <a:r>
              <a:rPr lang="ko-KR" altLang="en-US" sz="1600" dirty="0" smtClean="0"/>
              <a:t>계절</a:t>
            </a:r>
            <a:r>
              <a:rPr lang="en-US" altLang="ko-KR" sz="1600" dirty="0" smtClean="0"/>
              <a:t>/</a:t>
            </a:r>
            <a:r>
              <a:rPr lang="ko-KR" altLang="en-US" sz="1600" dirty="0" smtClean="0"/>
              <a:t>월</a:t>
            </a:r>
            <a:r>
              <a:rPr lang="en-US" altLang="ko-KR" sz="1600" dirty="0" smtClean="0"/>
              <a:t>}</a:t>
            </a:r>
            <a:r>
              <a:rPr lang="ko-KR" altLang="en-US" sz="1600" dirty="0" smtClean="0"/>
              <a:t>과 </a:t>
            </a:r>
            <a:r>
              <a:rPr lang="ko-KR" altLang="en-US" sz="1600" dirty="0"/>
              <a:t>타겟과의 상관관계 분석 </a:t>
            </a:r>
            <a:endParaRPr lang="en-US" altLang="ko-KR" sz="1600" dirty="0" smtClean="0"/>
          </a:p>
          <a:p>
            <a:pPr marL="400050" indent="-400050">
              <a:lnSpc>
                <a:spcPct val="150000"/>
              </a:lnSpc>
              <a:buFontTx/>
              <a:buAutoNum type="romanUcPeriod"/>
            </a:pPr>
            <a:r>
              <a:rPr lang="en-US" altLang="ko-KR" sz="1600" dirty="0" smtClean="0"/>
              <a:t>{</a:t>
            </a:r>
            <a:r>
              <a:rPr lang="ko-KR" altLang="en-US" sz="1600" dirty="0" smtClean="0"/>
              <a:t>주말</a:t>
            </a:r>
            <a:r>
              <a:rPr lang="en-US" altLang="ko-KR" sz="1600" dirty="0" smtClean="0"/>
              <a:t>, </a:t>
            </a:r>
            <a:r>
              <a:rPr lang="ko-KR" altLang="en-US" sz="1600" dirty="0" smtClean="0"/>
              <a:t>공휴일</a:t>
            </a:r>
            <a:r>
              <a:rPr lang="en-US" altLang="ko-KR" sz="1600" dirty="0" smtClean="0"/>
              <a:t>, </a:t>
            </a:r>
            <a:r>
              <a:rPr lang="ko-KR" altLang="en-US" sz="1600" dirty="0" smtClean="0"/>
              <a:t>휴가</a:t>
            </a:r>
            <a:r>
              <a:rPr lang="en-US" altLang="ko-KR" sz="1600" dirty="0" smtClean="0"/>
              <a:t>}</a:t>
            </a:r>
            <a:r>
              <a:rPr lang="ko-KR" altLang="en-US" sz="1600" dirty="0" smtClean="0"/>
              <a:t>와 타겟과의 상관관계 분석</a:t>
            </a:r>
            <a:endParaRPr lang="en-US" altLang="ko-KR" sz="1600" dirty="0" smtClean="0"/>
          </a:p>
          <a:p>
            <a:pPr marL="400050" indent="-400050">
              <a:lnSpc>
                <a:spcPct val="150000"/>
              </a:lnSpc>
              <a:buFontTx/>
              <a:buAutoNum type="romanUcPeriod"/>
            </a:pPr>
            <a:r>
              <a:rPr lang="ko-KR" altLang="en-US" sz="1600" dirty="0"/>
              <a:t>이미지 분석  </a:t>
            </a:r>
            <a:r>
              <a:rPr lang="ko-KR" altLang="en-US" sz="1600" dirty="0" smtClean="0"/>
              <a:t> </a:t>
            </a:r>
            <a:endParaRPr lang="en-US" altLang="ko-KR" sz="1600" dirty="0"/>
          </a:p>
          <a:p>
            <a:pPr marL="400050" indent="-400050">
              <a:lnSpc>
                <a:spcPct val="150000"/>
              </a:lnSpc>
              <a:buFontTx/>
              <a:buAutoNum type="romanUcPeriod"/>
            </a:pPr>
            <a:endParaRPr lang="ko-KR" altLang="en-US" sz="1600" dirty="0"/>
          </a:p>
          <a:p>
            <a:pPr marL="400050" indent="-400050">
              <a:lnSpc>
                <a:spcPct val="150000"/>
              </a:lnSpc>
              <a:buAutoNum type="romanUcPeriod"/>
            </a:pPr>
            <a:endParaRPr lang="ko-KR" altLang="en-US" sz="1600" dirty="0" smtClean="0"/>
          </a:p>
        </p:txBody>
      </p:sp>
      <p:sp>
        <p:nvSpPr>
          <p:cNvPr id="8" name="제목 5"/>
          <p:cNvSpPr>
            <a:spLocks noGrp="1"/>
          </p:cNvSpPr>
          <p:nvPr>
            <p:ph type="title"/>
          </p:nvPr>
        </p:nvSpPr>
        <p:spPr>
          <a:xfrm>
            <a:off x="488504" y="836712"/>
            <a:ext cx="4032448" cy="360040"/>
          </a:xfrm>
        </p:spPr>
        <p:txBody>
          <a:bodyPr/>
          <a:lstStyle/>
          <a:p>
            <a:r>
              <a:rPr lang="ko-KR" altLang="en-US" sz="2400" dirty="0" smtClean="0"/>
              <a:t>목차</a:t>
            </a:r>
            <a:endParaRPr lang="ko-KR" altLang="en-US" dirty="0"/>
          </a:p>
        </p:txBody>
      </p:sp>
      <p:sp>
        <p:nvSpPr>
          <p:cNvPr id="9" name="직사각형 8"/>
          <p:cNvSpPr/>
          <p:nvPr/>
        </p:nvSpPr>
        <p:spPr>
          <a:xfrm>
            <a:off x="560512" y="2617862"/>
            <a:ext cx="5976664" cy="432048"/>
          </a:xfrm>
          <a:prstGeom prst="rect">
            <a:avLst/>
          </a:prstGeom>
          <a:solidFill>
            <a:schemeClr val="accent4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903098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KT_PMO_제안템플릿(가로)_20150501_v0.93">
  <a:themeElements>
    <a:clrScheme name="블루계열_농협">
      <a:dk1>
        <a:srgbClr val="000000"/>
      </a:dk1>
      <a:lt1>
        <a:sysClr val="window" lastClr="FFFFFF"/>
      </a:lt1>
      <a:dk2>
        <a:srgbClr val="767676"/>
      </a:dk2>
      <a:lt2>
        <a:srgbClr val="F5F5F5"/>
      </a:lt2>
      <a:accent1>
        <a:srgbClr val="969696"/>
      </a:accent1>
      <a:accent2>
        <a:srgbClr val="C8C8C8"/>
      </a:accent2>
      <a:accent3>
        <a:srgbClr val="EBEBEB"/>
      </a:accent3>
      <a:accent4>
        <a:srgbClr val="006DBB"/>
      </a:accent4>
      <a:accent5>
        <a:srgbClr val="75AAD0"/>
      </a:accent5>
      <a:accent6>
        <a:srgbClr val="C4D9E8"/>
      </a:accent6>
      <a:hlink>
        <a:srgbClr val="442C9E"/>
      </a:hlink>
      <a:folHlink>
        <a:srgbClr val="FF6700"/>
      </a:folHlink>
    </a:clrScheme>
    <a:fontScheme name="투이">
      <a:majorFont>
        <a:latin typeface="나눔고딕 ExtraBold"/>
        <a:ea typeface="나눔고딕 ExtraBold"/>
        <a:cs typeface=""/>
      </a:majorFont>
      <a:minorFont>
        <a:latin typeface="나눔고딕"/>
        <a:ea typeface="나눔고딕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00_Cover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0_Cover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0_Cover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0_Cover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0_Cover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0_Cover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0_Cover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0_Cover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0_Cover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0_Cover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0_Cover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0_Cover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02_간지">
  <a:themeElements>
    <a:clrScheme name="블루계열_농협">
      <a:dk1>
        <a:srgbClr val="000000"/>
      </a:dk1>
      <a:lt1>
        <a:sysClr val="window" lastClr="FFFFFF"/>
      </a:lt1>
      <a:dk2>
        <a:srgbClr val="767676"/>
      </a:dk2>
      <a:lt2>
        <a:srgbClr val="F5F5F5"/>
      </a:lt2>
      <a:accent1>
        <a:srgbClr val="969696"/>
      </a:accent1>
      <a:accent2>
        <a:srgbClr val="C8C8C8"/>
      </a:accent2>
      <a:accent3>
        <a:srgbClr val="EBEBEB"/>
      </a:accent3>
      <a:accent4>
        <a:srgbClr val="006DBB"/>
      </a:accent4>
      <a:accent5>
        <a:srgbClr val="75AAD0"/>
      </a:accent5>
      <a:accent6>
        <a:srgbClr val="C4D9E8"/>
      </a:accent6>
      <a:hlink>
        <a:srgbClr val="442C9E"/>
      </a:hlink>
      <a:folHlink>
        <a:srgbClr val="FF6700"/>
      </a:folHlink>
    </a:clrScheme>
    <a:fontScheme name="투이">
      <a:majorFont>
        <a:latin typeface="나눔고딕 ExtraBold"/>
        <a:ea typeface="나눔고딕 ExtraBold"/>
        <a:cs typeface=""/>
      </a:majorFont>
      <a:minorFont>
        <a:latin typeface="나눔고딕"/>
        <a:ea typeface="나눔고딕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02_간지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2_간지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2_간지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2_간지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2_간지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2_간지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2_간지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2_간지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2_간지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2_간지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2_간지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2_간지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03_컨텐츠영역">
  <a:themeElements>
    <a:clrScheme name="블루계열_농협">
      <a:dk1>
        <a:srgbClr val="000000"/>
      </a:dk1>
      <a:lt1>
        <a:sysClr val="window" lastClr="FFFFFF"/>
      </a:lt1>
      <a:dk2>
        <a:srgbClr val="767676"/>
      </a:dk2>
      <a:lt2>
        <a:srgbClr val="F5F5F5"/>
      </a:lt2>
      <a:accent1>
        <a:srgbClr val="969696"/>
      </a:accent1>
      <a:accent2>
        <a:srgbClr val="C8C8C8"/>
      </a:accent2>
      <a:accent3>
        <a:srgbClr val="EBEBEB"/>
      </a:accent3>
      <a:accent4>
        <a:srgbClr val="006DBB"/>
      </a:accent4>
      <a:accent5>
        <a:srgbClr val="75AAD0"/>
      </a:accent5>
      <a:accent6>
        <a:srgbClr val="C4D9E8"/>
      </a:accent6>
      <a:hlink>
        <a:srgbClr val="442C9E"/>
      </a:hlink>
      <a:folHlink>
        <a:srgbClr val="FF6700"/>
      </a:folHlink>
    </a:clrScheme>
    <a:fontScheme name="투이">
      <a:majorFont>
        <a:latin typeface="나눔고딕 ExtraBold"/>
        <a:ea typeface="나눔고딕 ExtraBold"/>
        <a:cs typeface=""/>
      </a:majorFont>
      <a:minorFont>
        <a:latin typeface="나눔고딕"/>
        <a:ea typeface="나눔고딕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04_컨텐츠영역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4_컨텐츠영역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4_컨텐츠영역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4_컨텐츠영역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4_컨텐츠영역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4_컨텐츠영역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4_컨텐츠영역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4_컨텐츠영역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4_컨텐츠영역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4_컨텐츠영역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4_컨텐츠영역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4_컨텐츠영역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4.xml><?xml version="1.0" encoding="utf-8"?>
<a:theme xmlns:a="http://schemas.openxmlformats.org/drawingml/2006/main" name="05_마지막장">
  <a:themeElements>
    <a:clrScheme name="블루계열_농협">
      <a:dk1>
        <a:srgbClr val="000000"/>
      </a:dk1>
      <a:lt1>
        <a:sysClr val="window" lastClr="FFFFFF"/>
      </a:lt1>
      <a:dk2>
        <a:srgbClr val="767676"/>
      </a:dk2>
      <a:lt2>
        <a:srgbClr val="F5F5F5"/>
      </a:lt2>
      <a:accent1>
        <a:srgbClr val="969696"/>
      </a:accent1>
      <a:accent2>
        <a:srgbClr val="C8C8C8"/>
      </a:accent2>
      <a:accent3>
        <a:srgbClr val="EBEBEB"/>
      </a:accent3>
      <a:accent4>
        <a:srgbClr val="006DBB"/>
      </a:accent4>
      <a:accent5>
        <a:srgbClr val="75AAD0"/>
      </a:accent5>
      <a:accent6>
        <a:srgbClr val="C4D9E8"/>
      </a:accent6>
      <a:hlink>
        <a:srgbClr val="442C9E"/>
      </a:hlink>
      <a:folHlink>
        <a:srgbClr val="FF6700"/>
      </a:folHlink>
    </a:clrScheme>
    <a:fontScheme name="05_마지막장">
      <a:majorFont>
        <a:latin typeface="-2002"/>
        <a:ea typeface="-2002"/>
        <a:cs typeface=""/>
      </a:majorFont>
      <a:minorFont>
        <a:latin typeface="-윤고딕320"/>
        <a:ea typeface="-윤고딕320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05_마지막장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5_마지막장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5_마지막장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5_마지막장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5_마지막장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5_마지막장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5_마지막장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5_마지막장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5_마지막장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5_마지막장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5_마지막장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5_마지막장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5.xml><?xml version="1.0" encoding="utf-8"?>
<a:theme xmlns:a="http://schemas.openxmlformats.org/drawingml/2006/main" name="4_컨텐츠영역">
  <a:themeElements>
    <a:clrScheme name="블루계열_농협">
      <a:dk1>
        <a:srgbClr val="000000"/>
      </a:dk1>
      <a:lt1>
        <a:sysClr val="window" lastClr="FFFFFF"/>
      </a:lt1>
      <a:dk2>
        <a:srgbClr val="767676"/>
      </a:dk2>
      <a:lt2>
        <a:srgbClr val="F5F5F5"/>
      </a:lt2>
      <a:accent1>
        <a:srgbClr val="969696"/>
      </a:accent1>
      <a:accent2>
        <a:srgbClr val="C8C8C8"/>
      </a:accent2>
      <a:accent3>
        <a:srgbClr val="EBEBEB"/>
      </a:accent3>
      <a:accent4>
        <a:srgbClr val="006DBB"/>
      </a:accent4>
      <a:accent5>
        <a:srgbClr val="75AAD0"/>
      </a:accent5>
      <a:accent6>
        <a:srgbClr val="C4D9E8"/>
      </a:accent6>
      <a:hlink>
        <a:srgbClr val="442C9E"/>
      </a:hlink>
      <a:folHlink>
        <a:srgbClr val="FF6700"/>
      </a:folHlink>
    </a:clrScheme>
    <a:fontScheme name="투이">
      <a:majorFont>
        <a:latin typeface="나눔고딕 ExtraBold"/>
        <a:ea typeface="나눔고딕 ExtraBold"/>
        <a:cs typeface=""/>
      </a:majorFont>
      <a:minorFont>
        <a:latin typeface="나눔고딕"/>
        <a:ea typeface="나눔고딕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04_컨텐츠영역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4_컨텐츠영역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4_컨텐츠영역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4_컨텐츠영역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4_컨텐츠영역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4_컨텐츠영역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4_컨텐츠영역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4_컨텐츠영역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4_컨텐츠영역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4_컨텐츠영역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4_컨텐츠영역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4_컨텐츠영역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6.xml><?xml version="1.0" encoding="utf-8"?>
<a:theme xmlns:a="http://schemas.openxmlformats.org/drawingml/2006/main" name="5_컨텐츠영역">
  <a:themeElements>
    <a:clrScheme name="블루계열_농협">
      <a:dk1>
        <a:srgbClr val="000000"/>
      </a:dk1>
      <a:lt1>
        <a:sysClr val="window" lastClr="FFFFFF"/>
      </a:lt1>
      <a:dk2>
        <a:srgbClr val="767676"/>
      </a:dk2>
      <a:lt2>
        <a:srgbClr val="F5F5F5"/>
      </a:lt2>
      <a:accent1>
        <a:srgbClr val="969696"/>
      </a:accent1>
      <a:accent2>
        <a:srgbClr val="C8C8C8"/>
      </a:accent2>
      <a:accent3>
        <a:srgbClr val="EBEBEB"/>
      </a:accent3>
      <a:accent4>
        <a:srgbClr val="006DBB"/>
      </a:accent4>
      <a:accent5>
        <a:srgbClr val="75AAD0"/>
      </a:accent5>
      <a:accent6>
        <a:srgbClr val="C4D9E8"/>
      </a:accent6>
      <a:hlink>
        <a:srgbClr val="442C9E"/>
      </a:hlink>
      <a:folHlink>
        <a:srgbClr val="FF6700"/>
      </a:folHlink>
    </a:clrScheme>
    <a:fontScheme name="투이">
      <a:majorFont>
        <a:latin typeface="나눔고딕 ExtraBold"/>
        <a:ea typeface="나눔고딕 ExtraBold"/>
        <a:cs typeface=""/>
      </a:majorFont>
      <a:minorFont>
        <a:latin typeface="나눔고딕"/>
        <a:ea typeface="나눔고딕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04_컨텐츠영역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4_컨텐츠영역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4_컨텐츠영역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4_컨텐츠영역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4_컨텐츠영역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4_컨텐츠영역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4_컨텐츠영역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4_컨텐츠영역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4_컨텐츠영역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4_컨텐츠영역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4_컨텐츠영역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4_컨텐츠영역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7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8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20692</TotalTime>
  <Words>1173</Words>
  <Application>Microsoft Office PowerPoint</Application>
  <PresentationFormat>A4 용지(210x297mm)</PresentationFormat>
  <Paragraphs>130</Paragraphs>
  <Slides>16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12</vt:i4>
      </vt:variant>
      <vt:variant>
        <vt:lpstr>테마</vt:lpstr>
      </vt:variant>
      <vt:variant>
        <vt:i4>6</vt:i4>
      </vt:variant>
      <vt:variant>
        <vt:lpstr>슬라이드 제목</vt:lpstr>
      </vt:variant>
      <vt:variant>
        <vt:i4>16</vt:i4>
      </vt:variant>
    </vt:vector>
  </HeadingPairs>
  <TitlesOfParts>
    <vt:vector size="34" baseType="lpstr">
      <vt:lpstr>-2002</vt:lpstr>
      <vt:lpstr>HY중고딕</vt:lpstr>
      <vt:lpstr>굴림</vt:lpstr>
      <vt:lpstr>나눔고딕</vt:lpstr>
      <vt:lpstr>나눔고딕 ExtraBold</vt:lpstr>
      <vt:lpstr>맑은 고딕</vt:lpstr>
      <vt:lpstr>-윤고딕320</vt:lpstr>
      <vt:lpstr>Arial</vt:lpstr>
      <vt:lpstr>Courier New</vt:lpstr>
      <vt:lpstr>Tahoma</vt:lpstr>
      <vt:lpstr>Verdana</vt:lpstr>
      <vt:lpstr>Wingdings</vt:lpstr>
      <vt:lpstr>KT_PMO_제안템플릿(가로)_20150501_v0.93</vt:lpstr>
      <vt:lpstr>02_간지</vt:lpstr>
      <vt:lpstr>03_컨텐츠영역</vt:lpstr>
      <vt:lpstr>05_마지막장</vt:lpstr>
      <vt:lpstr>4_컨텐츠영역</vt:lpstr>
      <vt:lpstr>5_컨텐츠영역</vt:lpstr>
      <vt:lpstr>데이터 탐색1</vt:lpstr>
      <vt:lpstr>목차</vt:lpstr>
      <vt:lpstr>월별 Q1 건수 - TRAIN</vt:lpstr>
      <vt:lpstr>월별 Q1 건수 - TEST</vt:lpstr>
      <vt:lpstr>개인별 Q1 평균 점수 비교분석 (1/2) </vt:lpstr>
      <vt:lpstr>개인별 Q1 평균 점수 비교분석 (2/2) </vt:lpstr>
      <vt:lpstr>목차</vt:lpstr>
      <vt:lpstr>월별 S1 건수 - TRAIN</vt:lpstr>
      <vt:lpstr>개인별 S1 평균 점수 비교분석 (1/) </vt:lpstr>
      <vt:lpstr>[참고] Q1 평균점수 (기상 직후 본인이 인지한 전반적인 수면의 질)</vt:lpstr>
      <vt:lpstr>[참고] Q2 평균점수 (취침 직전 본인이 느낀 신체적 피로 수준) </vt:lpstr>
      <vt:lpstr>[참고] Q3 평균점수 (취침 직전 본인이 느낀 스트레스 수준) </vt:lpstr>
      <vt:lpstr>[참고] S1 평균점수 (총 수면 시간(TST) 가이드라인을 준수했는지 3LEVELS) </vt:lpstr>
      <vt:lpstr>[참고] S2 평균점수 (수면 효율(SE) 가이드라인을 준수했는지 여부) </vt:lpstr>
      <vt:lpstr>[참고] S3 평균점수 (수면 잠들기 지연 시간 가이드라인을 준수했는지 여부) </vt:lpstr>
      <vt:lpstr>목차</vt:lpstr>
    </vt:vector>
  </TitlesOfParts>
  <Company>2e Consulting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Charles</dc:creator>
  <cp:lastModifiedBy>현종열</cp:lastModifiedBy>
  <cp:revision>994</cp:revision>
  <dcterms:created xsi:type="dcterms:W3CDTF">2007-08-16T05:20:03Z</dcterms:created>
  <dcterms:modified xsi:type="dcterms:W3CDTF">2025-05-02T02:35:37Z</dcterms:modified>
</cp:coreProperties>
</file>