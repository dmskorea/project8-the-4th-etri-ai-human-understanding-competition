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1"/>
  </p:notesMasterIdLst>
  <p:handoutMasterIdLst>
    <p:handoutMasterId r:id="rId12"/>
  </p:handoutMasterIdLst>
  <p:sldIdLst>
    <p:sldId id="301" r:id="rId7"/>
    <p:sldId id="410" r:id="rId8"/>
    <p:sldId id="409" r:id="rId9"/>
    <p:sldId id="411" r:id="rId10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DACE6"/>
    <a:srgbClr val="FF7C80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70" y="102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2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903173"/>
            <a:ext cx="6207212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</a:t>
            </a:r>
            <a:r>
              <a:rPr lang="ko-KR" altLang="en-US" dirty="0" smtClean="0"/>
              <a:t>탐색</a:t>
            </a:r>
            <a:r>
              <a:rPr lang="en-US" altLang="ko-KR" dirty="0" smtClean="0"/>
              <a:t>4</a:t>
            </a:r>
            <a:endParaRPr lang="ko-KR" altLang="en-US" sz="1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공휴일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공휴일에는 대체적으로 평점이 높음 </a:t>
            </a:r>
            <a:endParaRPr lang="en-US" altLang="ko-KR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556792"/>
            <a:ext cx="6017274" cy="44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5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수면시간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평점이 높을수록 수면시간이 많았음 </a:t>
            </a:r>
            <a:r>
              <a:rPr lang="en-US" altLang="ko-KR" b="0" dirty="0" smtClean="0"/>
              <a:t>(400</a:t>
            </a:r>
            <a:r>
              <a:rPr lang="ko-KR" altLang="en-US" b="0" dirty="0" smtClean="0"/>
              <a:t>분</a:t>
            </a:r>
            <a:r>
              <a:rPr lang="en-US" altLang="ko-KR" b="0" dirty="0" smtClean="0"/>
              <a:t> vs 500</a:t>
            </a:r>
            <a:r>
              <a:rPr lang="ko-KR" altLang="en-US" b="0" dirty="0" smtClean="0"/>
              <a:t>분</a:t>
            </a:r>
            <a:r>
              <a:rPr lang="en-US" altLang="ko-KR" b="0" dirty="0" smtClean="0"/>
              <a:t>)</a:t>
            </a:r>
            <a:endParaRPr lang="en-US" altLang="ko-KR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028" y="1628800"/>
            <a:ext cx="5139373" cy="44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6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휴대폰 </a:t>
            </a:r>
            <a:r>
              <a:rPr lang="ko-KR" altLang="en-US" dirty="0" err="1" smtClean="0"/>
              <a:t>충전율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en-US" altLang="ko-KR" b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556792"/>
            <a:ext cx="5139373" cy="44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23157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26944</TotalTime>
  <Words>24</Words>
  <Application>Microsoft Office PowerPoint</Application>
  <PresentationFormat>A4 용지(210x297mm)</PresentationFormat>
  <Paragraphs>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4</vt:i4>
      </vt:variant>
    </vt:vector>
  </HeadingPairs>
  <TitlesOfParts>
    <vt:vector size="20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탐색4</vt:lpstr>
      <vt:lpstr>공휴일</vt:lpstr>
      <vt:lpstr>수면시간</vt:lpstr>
      <vt:lpstr>휴대폰 충전율 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1213</cp:revision>
  <dcterms:created xsi:type="dcterms:W3CDTF">2007-08-16T05:20:03Z</dcterms:created>
  <dcterms:modified xsi:type="dcterms:W3CDTF">2025-05-18T06:55:57Z</dcterms:modified>
</cp:coreProperties>
</file>