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32"/>
  </p:notesMasterIdLst>
  <p:handoutMasterIdLst>
    <p:handoutMasterId r:id="rId33"/>
  </p:handoutMasterIdLst>
  <p:sldIdLst>
    <p:sldId id="301" r:id="rId7"/>
    <p:sldId id="391" r:id="rId8"/>
    <p:sldId id="390" r:id="rId9"/>
    <p:sldId id="392" r:id="rId10"/>
    <p:sldId id="393" r:id="rId11"/>
    <p:sldId id="395" r:id="rId12"/>
    <p:sldId id="394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10" r:id="rId21"/>
    <p:sldId id="412" r:id="rId22"/>
    <p:sldId id="403" r:id="rId23"/>
    <p:sldId id="411" r:id="rId24"/>
    <p:sldId id="405" r:id="rId25"/>
    <p:sldId id="413" r:id="rId26"/>
    <p:sldId id="406" r:id="rId27"/>
    <p:sldId id="414" r:id="rId28"/>
    <p:sldId id="407" r:id="rId29"/>
    <p:sldId id="408" r:id="rId30"/>
    <p:sldId id="409" r:id="rId31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DACE6"/>
    <a:srgbClr val="FF7C80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70" y="102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2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288704" y="2903173"/>
            <a:ext cx="6207212" cy="1143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smtClean="0"/>
              <a:t>데이터 </a:t>
            </a:r>
            <a:r>
              <a:rPr lang="ko-KR" altLang="en-US" smtClean="0"/>
              <a:t>탐색</a:t>
            </a:r>
            <a:r>
              <a:rPr lang="en-US" altLang="ko-KR" smtClean="0"/>
              <a:t>2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1600" dirty="0" smtClean="0"/>
              <a:t>(</a:t>
            </a:r>
            <a:r>
              <a:rPr lang="ko-KR" altLang="en-US" sz="1600" dirty="0" smtClean="0"/>
              <a:t>검증 </a:t>
            </a:r>
            <a:r>
              <a:rPr lang="ko-KR" altLang="en-US" sz="1600" dirty="0" err="1" smtClean="0"/>
              <a:t>데이터셋</a:t>
            </a:r>
            <a:r>
              <a:rPr lang="ko-KR" altLang="en-US" sz="1600" dirty="0" smtClean="0"/>
              <a:t> 분포에 대한 이해</a:t>
            </a:r>
            <a:r>
              <a:rPr lang="en-US" altLang="ko-KR" sz="1600" dirty="0" smtClean="0"/>
              <a:t>)</a:t>
            </a:r>
            <a:endParaRPr lang="ko-KR" altLang="en-US" sz="1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779" y="6165304"/>
            <a:ext cx="961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검증 </a:t>
            </a:r>
            <a:r>
              <a:rPr lang="ko-KR" altLang="en-US" dirty="0" err="1" smtClean="0"/>
              <a:t>데이터셋은</a:t>
            </a:r>
            <a:r>
              <a:rPr lang="ko-KR" altLang="en-US" dirty="0" smtClean="0"/>
              <a:t> 학습 </a:t>
            </a:r>
            <a:r>
              <a:rPr lang="ko-KR" altLang="en-US" dirty="0" err="1" smtClean="0"/>
              <a:t>데이터셋과</a:t>
            </a:r>
            <a:r>
              <a:rPr lang="ko-KR" altLang="en-US" dirty="0" smtClean="0"/>
              <a:t> 테스트 </a:t>
            </a:r>
            <a:r>
              <a:rPr lang="ko-KR" altLang="en-US" dirty="0" err="1" smtClean="0"/>
              <a:t>데이터셋과</a:t>
            </a:r>
            <a:r>
              <a:rPr lang="ko-KR" altLang="en-US" dirty="0" smtClean="0"/>
              <a:t> 얼마나 </a:t>
            </a:r>
            <a:r>
              <a:rPr lang="ko-KR" altLang="en-US" dirty="0" err="1" smtClean="0"/>
              <a:t>유사한가</a:t>
            </a:r>
            <a:r>
              <a:rPr lang="ko-KR" altLang="en-US" dirty="0" smtClean="0"/>
              <a:t> 또는 얼마나 다른가</a:t>
            </a:r>
            <a:r>
              <a:rPr lang="en-US" altLang="ko-KR" dirty="0" smtClean="0"/>
              <a:t>? 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4294967295"/>
          </p:nvPr>
        </p:nvSpPr>
        <p:spPr>
          <a:xfrm>
            <a:off x="760413" y="1373188"/>
            <a:ext cx="9145587" cy="508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[train/valid]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건수 및 타겟 평점</a:t>
            </a:r>
          </a:p>
          <a:p>
            <a:r>
              <a:rPr lang="ko-KR" altLang="en-US" dirty="0"/>
              <a:t>월별 타겟 평점</a:t>
            </a:r>
          </a:p>
          <a:p>
            <a:r>
              <a:rPr lang="ko-KR" altLang="en-US" dirty="0" err="1"/>
              <a:t>요일별</a:t>
            </a:r>
            <a:r>
              <a:rPr lang="ko-KR" altLang="en-US" dirty="0"/>
              <a:t> 타겟 평점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[</a:t>
            </a:r>
            <a:r>
              <a:rPr lang="en-US" altLang="ko-KR" dirty="0"/>
              <a:t>train/valid/test]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수면시간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기상시간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취침시간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걸음수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심박동수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앱사용시간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취침전</a:t>
            </a:r>
            <a:r>
              <a:rPr lang="ko-KR" altLang="en-US" dirty="0"/>
              <a:t> </a:t>
            </a:r>
            <a:r>
              <a:rPr lang="ko-KR" altLang="en-US" dirty="0" err="1"/>
              <a:t>앱사용시간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와이파이 이용기기건수 </a:t>
            </a:r>
            <a:r>
              <a:rPr lang="en-US" altLang="ko-KR" dirty="0"/>
              <a:t>/ </a:t>
            </a:r>
            <a:r>
              <a:rPr lang="ko-KR" altLang="en-US" dirty="0"/>
              <a:t>이용시간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블루투스 이용기기건수 </a:t>
            </a:r>
            <a:r>
              <a:rPr lang="en-US" altLang="ko-KR" dirty="0"/>
              <a:t>/ </a:t>
            </a:r>
            <a:r>
              <a:rPr lang="ko-KR" altLang="en-US" dirty="0"/>
              <a:t>이용시간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휴가일수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수면시간대</a:t>
            </a:r>
            <a:r>
              <a:rPr lang="ko-KR" altLang="en-US" dirty="0"/>
              <a:t> </a:t>
            </a:r>
            <a:r>
              <a:rPr lang="ko-KR" altLang="en-US" dirty="0" err="1"/>
              <a:t>기상건수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빛</a:t>
            </a:r>
            <a:r>
              <a:rPr lang="en-US" altLang="ko-KR" dirty="0"/>
              <a:t>,</a:t>
            </a:r>
            <a:r>
              <a:rPr lang="ko-KR" altLang="en-US" dirty="0"/>
              <a:t>소리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수면효율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 idx="4294967295"/>
          </p:nvPr>
        </p:nvSpPr>
        <p:spPr>
          <a:xfrm>
            <a:off x="754237" y="836712"/>
            <a:ext cx="992560" cy="360362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776536" y="1628800"/>
            <a:ext cx="3024336" cy="864096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14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건수 및 타겟 </a:t>
            </a:r>
            <a:r>
              <a:rPr lang="ko-KR" altLang="en-US" dirty="0" smtClean="0"/>
              <a:t>평점 </a:t>
            </a:r>
            <a:r>
              <a:rPr lang="en-US" altLang="ko-KR" dirty="0" smtClean="0"/>
              <a:t>: S1 ~ S3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320879"/>
            <a:ext cx="2778462" cy="180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1299935"/>
            <a:ext cx="2778461" cy="180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760" y="1296192"/>
            <a:ext cx="2778461" cy="1800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S1 : id05 </a:t>
            </a:r>
            <a:r>
              <a:rPr lang="ko-KR" altLang="en-US" sz="1050" dirty="0" smtClean="0">
                <a:solidFill>
                  <a:schemeClr val="tx1"/>
                </a:solidFill>
              </a:rPr>
              <a:t>분포 상이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S2 : id05, id10 </a:t>
            </a:r>
            <a:r>
              <a:rPr lang="ko-KR" altLang="en-US" sz="1050" dirty="0">
                <a:solidFill>
                  <a:schemeClr val="tx1"/>
                </a:solidFill>
              </a:rPr>
              <a:t>분포 상이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S3 : </a:t>
            </a:r>
            <a:r>
              <a:rPr lang="en-US" altLang="ko-KR" sz="1050" dirty="0">
                <a:solidFill>
                  <a:schemeClr val="tx1"/>
                </a:solidFill>
              </a:rPr>
              <a:t>id05 </a:t>
            </a:r>
            <a:r>
              <a:rPr lang="ko-KR" altLang="en-US" sz="1050" dirty="0">
                <a:solidFill>
                  <a:schemeClr val="tx1"/>
                </a:solidFill>
              </a:rPr>
              <a:t>분포 상이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id05 </a:t>
            </a:r>
            <a:r>
              <a:rPr lang="ko-KR" altLang="en-US" sz="105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수명가이드</a:t>
            </a:r>
            <a:r>
              <a:rPr lang="ko-KR" altLang="en-US" sz="1050" dirty="0" smtClean="0">
                <a:solidFill>
                  <a:schemeClr val="tx1"/>
                </a:solidFill>
                <a:sym typeface="Wingdings" panose="05000000000000000000" pitchFamily="2" charset="2"/>
              </a:rPr>
              <a:t> 거의 준수하지 않은 사람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664968" y="1421227"/>
            <a:ext cx="288032" cy="135970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778398" y="1421227"/>
            <a:ext cx="288032" cy="135970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28498" y="1421227"/>
            <a:ext cx="288032" cy="135970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S3</a:t>
            </a:r>
            <a:endParaRPr lang="ko-KR" altLang="en-US" sz="14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9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건수 및 타겟 </a:t>
            </a:r>
            <a:r>
              <a:rPr lang="ko-KR" altLang="en-US" dirty="0" smtClean="0"/>
              <a:t>평점 </a:t>
            </a:r>
            <a:r>
              <a:rPr lang="en-US" altLang="ko-KR" dirty="0" smtClean="0"/>
              <a:t>: Q1 ~ Q3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Q2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smtClean="0">
                <a:solidFill>
                  <a:schemeClr val="tx1"/>
                </a:solidFill>
              </a:rPr>
              <a:t>id05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smtClean="0">
                <a:solidFill>
                  <a:schemeClr val="tx1"/>
                </a:solidFill>
              </a:rPr>
              <a:t>분포 </a:t>
            </a:r>
            <a:r>
              <a:rPr lang="ko-KR" altLang="en-US" sz="1050" dirty="0">
                <a:solidFill>
                  <a:schemeClr val="tx1"/>
                </a:solidFill>
              </a:rPr>
              <a:t>상이 </a:t>
            </a:r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  <a:sym typeface="Wingdings" panose="05000000000000000000" pitchFamily="2" charset="2"/>
              </a:rPr>
              <a:t> id05 </a:t>
            </a:r>
            <a:r>
              <a:rPr lang="ko-KR" altLang="en-US" sz="1050" dirty="0" err="1">
                <a:solidFill>
                  <a:schemeClr val="tx1"/>
                </a:solidFill>
                <a:sym typeface="Wingdings" panose="05000000000000000000" pitchFamily="2" charset="2"/>
              </a:rPr>
              <a:t>수명가이드</a:t>
            </a:r>
            <a:r>
              <a:rPr lang="ko-KR" altLang="en-US" sz="1050" dirty="0">
                <a:solidFill>
                  <a:schemeClr val="tx1"/>
                </a:solidFill>
                <a:sym typeface="Wingdings" panose="05000000000000000000" pitchFamily="2" charset="2"/>
              </a:rPr>
              <a:t> 거의 준수하지 않은 사람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Q1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3</a:t>
            </a:r>
            <a:endParaRPr lang="ko-KR" altLang="en-US" sz="14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08" y="1335887"/>
            <a:ext cx="2679598" cy="1733073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758" y="1331267"/>
            <a:ext cx="2679598" cy="173307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632" y="1320204"/>
            <a:ext cx="2679598" cy="1733073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4664968" y="1421227"/>
            <a:ext cx="288032" cy="135970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72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타겟 평점 </a:t>
            </a:r>
            <a:r>
              <a:rPr lang="en-US" altLang="ko-KR" dirty="0" smtClean="0"/>
              <a:t>: S1 ~ S3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특이사항 없음 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S3</a:t>
            </a:r>
            <a:endParaRPr lang="ko-KR" altLang="en-US" sz="1400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04" y="1196430"/>
            <a:ext cx="2832315" cy="1872208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48" y="1196430"/>
            <a:ext cx="2832315" cy="1872208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165" y="1196752"/>
            <a:ext cx="2832315" cy="187220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1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타겟 평점 </a:t>
            </a:r>
            <a:r>
              <a:rPr lang="en-US" altLang="ko-KR" dirty="0" smtClean="0"/>
              <a:t>: Q1 ~ Q3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Q2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smtClean="0">
                <a:solidFill>
                  <a:schemeClr val="tx1"/>
                </a:solidFill>
              </a:rPr>
              <a:t>7</a:t>
            </a:r>
            <a:r>
              <a:rPr lang="ko-KR" altLang="en-US" sz="1050" dirty="0" smtClean="0">
                <a:solidFill>
                  <a:schemeClr val="tx1"/>
                </a:solidFill>
              </a:rPr>
              <a:t>월 상이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Q1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3</a:t>
            </a:r>
            <a:endParaRPr lang="ko-KR" altLang="en-US" sz="1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43" y="1296728"/>
            <a:ext cx="2618421" cy="17308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919" y="1285588"/>
            <a:ext cx="2747144" cy="181590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03" y="1285588"/>
            <a:ext cx="2715981" cy="179530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8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요일별</a:t>
            </a:r>
            <a:r>
              <a:rPr lang="ko-KR" altLang="en-US" dirty="0" smtClean="0"/>
              <a:t> 타겟 평점 </a:t>
            </a:r>
            <a:r>
              <a:rPr lang="en-US" altLang="ko-KR" dirty="0" smtClean="0"/>
              <a:t>: S1 ~ S3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특이사항 없음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</a:t>
            </a:r>
            <a:r>
              <a:rPr lang="en-US" altLang="ko-KR" sz="1400" dirty="0" smtClean="0"/>
              <a:t>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S3</a:t>
            </a:r>
            <a:endParaRPr lang="ko-KR" altLang="en-US" sz="14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67" y="1263693"/>
            <a:ext cx="2569857" cy="169871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129" y="1248990"/>
            <a:ext cx="2611885" cy="17265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595" y="1230845"/>
            <a:ext cx="2611885" cy="17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9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요일별</a:t>
            </a:r>
            <a:r>
              <a:rPr lang="ko-KR" altLang="en-US" dirty="0" smtClean="0"/>
              <a:t> 타겟 평점 </a:t>
            </a:r>
            <a:r>
              <a:rPr lang="en-US" altLang="ko-KR" dirty="0" smtClean="0"/>
              <a:t>: S1 ~ S3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581589" y="3145849"/>
            <a:ext cx="8691891" cy="311755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특이사항 없음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04728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Q1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92775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2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8662352" y="908719"/>
            <a:ext cx="57606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Q</a:t>
            </a:r>
            <a:r>
              <a:rPr lang="en-US" altLang="ko-KR" sz="1400" dirty="0" smtClean="0"/>
              <a:t>3</a:t>
            </a:r>
            <a:endParaRPr lang="ko-KR" altLang="en-US" sz="1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95" y="1257181"/>
            <a:ext cx="2776518" cy="18353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523" y="1306394"/>
            <a:ext cx="2645132" cy="174847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455" y="1189049"/>
            <a:ext cx="2982090" cy="197121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87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4294967295"/>
          </p:nvPr>
        </p:nvSpPr>
        <p:spPr>
          <a:xfrm>
            <a:off x="760413" y="1373188"/>
            <a:ext cx="9145587" cy="508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[train/valid]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건수 및 타겟 평점</a:t>
            </a:r>
          </a:p>
          <a:p>
            <a:r>
              <a:rPr lang="ko-KR" altLang="en-US" dirty="0"/>
              <a:t>월별 타겟 평점</a:t>
            </a:r>
          </a:p>
          <a:p>
            <a:r>
              <a:rPr lang="ko-KR" altLang="en-US" dirty="0" err="1"/>
              <a:t>요일별</a:t>
            </a:r>
            <a:r>
              <a:rPr lang="ko-KR" altLang="en-US" dirty="0"/>
              <a:t> 타겟 평점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[</a:t>
            </a:r>
            <a:r>
              <a:rPr lang="en-US" altLang="ko-KR" dirty="0"/>
              <a:t>train/valid/test]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수면시간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기상시간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취침시간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걸음수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심박동수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앱사용시간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취침전</a:t>
            </a:r>
            <a:r>
              <a:rPr lang="ko-KR" altLang="en-US" dirty="0"/>
              <a:t> </a:t>
            </a:r>
            <a:r>
              <a:rPr lang="ko-KR" altLang="en-US" dirty="0" err="1"/>
              <a:t>앱사용시간</a:t>
            </a:r>
            <a:endParaRPr lang="ko-KR" altLang="en-US" dirty="0"/>
          </a:p>
          <a:p>
            <a:r>
              <a:rPr lang="en-US" altLang="ko-KR" dirty="0"/>
              <a:t>id</a:t>
            </a:r>
            <a:r>
              <a:rPr lang="ko-KR" altLang="en-US" dirty="0"/>
              <a:t>별 평균 와이파이 이용기기건수 </a:t>
            </a:r>
            <a:r>
              <a:rPr lang="en-US" altLang="ko-KR" dirty="0"/>
              <a:t>/ </a:t>
            </a:r>
            <a:r>
              <a:rPr lang="ko-KR" altLang="en-US" dirty="0"/>
              <a:t>이용시간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평균 블루투스 이용기기건수 </a:t>
            </a:r>
            <a:r>
              <a:rPr lang="en-US" altLang="ko-KR" dirty="0"/>
              <a:t>/ </a:t>
            </a:r>
            <a:r>
              <a:rPr lang="ko-KR" altLang="en-US" dirty="0"/>
              <a:t>이용시간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휴가일수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수면시간대</a:t>
            </a:r>
            <a:r>
              <a:rPr lang="ko-KR" altLang="en-US" dirty="0"/>
              <a:t> </a:t>
            </a:r>
            <a:r>
              <a:rPr lang="ko-KR" altLang="en-US" dirty="0" err="1"/>
              <a:t>기상건수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빛</a:t>
            </a:r>
            <a:r>
              <a:rPr lang="en-US" altLang="ko-KR" dirty="0"/>
              <a:t>,</a:t>
            </a:r>
            <a:r>
              <a:rPr lang="ko-KR" altLang="en-US" dirty="0"/>
              <a:t>소리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수면효율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 idx="4294967295"/>
          </p:nvPr>
        </p:nvSpPr>
        <p:spPr>
          <a:xfrm>
            <a:off x="754237" y="836712"/>
            <a:ext cx="992560" cy="360362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99481" y="2924944"/>
            <a:ext cx="3649463" cy="309634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21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수면시간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42" y="1579587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69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기상시간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smtClean="0"/>
              <a:t>특이사항 없음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507579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취침시간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Id01 – id05, id08, id10 : train, valid, test </a:t>
            </a:r>
            <a:r>
              <a:rPr lang="ko-KR" altLang="en-US" b="0" dirty="0" smtClean="0"/>
              <a:t>분포 유사 </a:t>
            </a:r>
            <a:endParaRPr lang="en-US" altLang="ko-KR" b="0" dirty="0" smtClean="0"/>
          </a:p>
          <a:p>
            <a:r>
              <a:rPr lang="en-US" altLang="ko-KR" b="0" dirty="0" smtClean="0"/>
              <a:t>Id06, id09 : valid, test </a:t>
            </a:r>
            <a:r>
              <a:rPr lang="ko-KR" altLang="en-US" b="0" dirty="0" smtClean="0"/>
              <a:t>분포 유사 </a:t>
            </a:r>
            <a:endParaRPr lang="en-US" altLang="ko-KR" b="0" dirty="0" smtClean="0"/>
          </a:p>
          <a:p>
            <a:r>
              <a:rPr lang="en-US" altLang="ko-KR" b="0" dirty="0" smtClean="0"/>
              <a:t>Id07 : train, valid, test </a:t>
            </a:r>
            <a:r>
              <a:rPr lang="ko-KR" altLang="en-US" b="0" dirty="0" smtClean="0"/>
              <a:t>분포 서로 상이 </a:t>
            </a:r>
            <a:endParaRPr lang="en-US" altLang="ko-KR" b="0" dirty="0" smtClean="0"/>
          </a:p>
          <a:p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42" y="1867619"/>
            <a:ext cx="7524750" cy="465772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601072" y="3356992"/>
            <a:ext cx="648072" cy="3024336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7041232" y="3356992"/>
            <a:ext cx="648072" cy="3024336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953000" y="3356992"/>
            <a:ext cx="648072" cy="3024336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856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걸음수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Id05 train</a:t>
            </a:r>
            <a:r>
              <a:rPr lang="ko-KR" altLang="en-US" b="0" dirty="0" smtClean="0"/>
              <a:t>만 살짝 분포 다름 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68" y="1627430"/>
            <a:ext cx="7524750" cy="465772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448943" y="2070400"/>
            <a:ext cx="573203" cy="4320480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765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평균 </a:t>
            </a:r>
            <a:r>
              <a:rPr lang="ko-KR" altLang="en-US" dirty="0" err="1" smtClean="0"/>
              <a:t>심박동수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en-US" altLang="ko-KR" dirty="0" err="1" smtClean="0"/>
              <a:t>hr_evening_mean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608408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60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평균 </a:t>
            </a:r>
            <a:r>
              <a:rPr lang="ko-KR" altLang="en-US" dirty="0" err="1" smtClean="0"/>
              <a:t>심박동수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hr_early_morning_mean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Id06 test </a:t>
            </a:r>
            <a:r>
              <a:rPr lang="ko-KR" altLang="en-US" b="0" dirty="0" err="1" smtClean="0"/>
              <a:t>데이터셋</a:t>
            </a:r>
            <a:r>
              <a:rPr lang="ko-KR" altLang="en-US" b="0" dirty="0" smtClean="0"/>
              <a:t> 분포 상이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628800"/>
            <a:ext cx="7524750" cy="465772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097016" y="2132856"/>
            <a:ext cx="737754" cy="4153669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656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841952" cy="274638"/>
          </a:xfrm>
        </p:spPr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평균 </a:t>
            </a:r>
            <a:r>
              <a:rPr lang="ko-KR" altLang="en-US" dirty="0" err="1" smtClean="0"/>
              <a:t>앱사용시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activehour_unique_app_count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12" y="1575436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63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841952" cy="274638"/>
          </a:xfrm>
        </p:spPr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취침전</a:t>
            </a:r>
            <a:r>
              <a:rPr lang="ko-KR" altLang="en-US" dirty="0"/>
              <a:t> </a:t>
            </a:r>
            <a:r>
              <a:rPr lang="ko-KR" altLang="en-US" dirty="0" err="1" smtClean="0"/>
              <a:t>앱사용시간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/>
              <a:t>beforebed_total_screen_time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Id10</a:t>
            </a:r>
            <a:r>
              <a:rPr lang="ko-KR" altLang="en-US" b="0" dirty="0" smtClean="0"/>
              <a:t>의 경우 </a:t>
            </a:r>
            <a:r>
              <a:rPr lang="en-US" altLang="ko-KR" b="0" dirty="0" smtClean="0"/>
              <a:t>valid, test </a:t>
            </a:r>
            <a:r>
              <a:rPr lang="ko-KR" altLang="en-US" b="0" dirty="0" smtClean="0"/>
              <a:t>분포 동일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484784"/>
            <a:ext cx="7524750" cy="465772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7977336" y="1700808"/>
            <a:ext cx="737754" cy="4320480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709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841952" cy="274638"/>
          </a:xfrm>
        </p:spPr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</a:t>
            </a:r>
            <a:r>
              <a:rPr lang="ko-KR" altLang="en-US" dirty="0" err="1"/>
              <a:t>취침전</a:t>
            </a:r>
            <a:r>
              <a:rPr lang="ko-KR" altLang="en-US" dirty="0"/>
              <a:t> </a:t>
            </a:r>
            <a:r>
              <a:rPr lang="ko-KR" altLang="en-US" dirty="0" err="1" smtClean="0"/>
              <a:t>앱사용시간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/>
              <a:t>beforebed_unique_app_count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414355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3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와이파이 </a:t>
            </a:r>
            <a:r>
              <a:rPr lang="ko-KR" altLang="en-US" dirty="0" smtClean="0"/>
              <a:t>세기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60" y="1254055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35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와이파이 </a:t>
            </a:r>
            <a:r>
              <a:rPr lang="ko-KR" altLang="en-US" dirty="0" err="1" smtClean="0"/>
              <a:t>신호건수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 smtClean="0"/>
              <a:t>Id08 , id03, id05 </a:t>
            </a:r>
            <a:r>
              <a:rPr lang="ko-KR" altLang="en-US" b="0" dirty="0" smtClean="0"/>
              <a:t>분포 상이 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26" y="1578766"/>
            <a:ext cx="7524750" cy="465772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177136" y="4365104"/>
            <a:ext cx="737754" cy="1871387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757127" y="4077072"/>
            <a:ext cx="611697" cy="2159419"/>
          </a:xfrm>
          <a:prstGeom prst="rect">
            <a:avLst/>
          </a:prstGeom>
          <a:noFill/>
          <a:ln w="31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2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평균 블루투스 </a:t>
            </a:r>
            <a:r>
              <a:rPr lang="en-US" altLang="ko-KR" dirty="0" err="1"/>
              <a:t>ble_rssi_mean_afterwork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79" y="1346588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57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평균 블루투스 </a:t>
            </a:r>
            <a:r>
              <a:rPr lang="en-US" altLang="ko-KR" dirty="0" err="1"/>
              <a:t>ble_rssi_mean_sleeptime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/>
              <a:t>특이사항 없음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40" y="1390826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5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추정 휴가일수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ko-KR" altLang="en-US" b="0" dirty="0" smtClean="0"/>
              <a:t>이 변수는 분포가 각각 다르도록 만든 변수 </a:t>
            </a:r>
            <a:r>
              <a:rPr lang="en-US" altLang="ko-KR" b="0" dirty="0" smtClean="0"/>
              <a:t>(</a:t>
            </a:r>
            <a:r>
              <a:rPr lang="ko-KR" altLang="en-US" b="0" dirty="0" smtClean="0"/>
              <a:t>학습에서 제외하고 예외 조건으로  </a:t>
            </a:r>
            <a:r>
              <a:rPr lang="en-US" altLang="ko-KR" b="0" dirty="0" smtClean="0"/>
              <a:t>post processing </a:t>
            </a:r>
            <a:r>
              <a:rPr lang="ko-KR" altLang="en-US" b="0" dirty="0" smtClean="0"/>
              <a:t>필요</a:t>
            </a:r>
            <a:r>
              <a:rPr lang="en-US" altLang="ko-KR" b="0" dirty="0" smtClean="0"/>
              <a:t>)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340" y="1611406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30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</a:t>
            </a:r>
            <a:r>
              <a:rPr lang="ko-KR" altLang="en-US" dirty="0" smtClean="0"/>
              <a:t>별 추정 </a:t>
            </a:r>
            <a:r>
              <a:rPr lang="ko-KR" altLang="en-US" dirty="0" err="1" smtClean="0"/>
              <a:t>수면시간대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기상건수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awake_blocks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※ </a:t>
            </a:r>
            <a:r>
              <a:rPr lang="ko-KR" altLang="en-US" dirty="0" smtClean="0">
                <a:solidFill>
                  <a:srgbClr val="FF0000"/>
                </a:solidFill>
              </a:rPr>
              <a:t>변수 </a:t>
            </a:r>
            <a:r>
              <a:rPr lang="ko-KR" altLang="en-US" dirty="0" err="1" smtClean="0">
                <a:solidFill>
                  <a:srgbClr val="FF0000"/>
                </a:solidFill>
              </a:rPr>
              <a:t>로직</a:t>
            </a:r>
            <a:r>
              <a:rPr lang="ko-KR" altLang="en-US" dirty="0" smtClean="0">
                <a:solidFill>
                  <a:srgbClr val="FF0000"/>
                </a:solidFill>
              </a:rPr>
              <a:t> 확인 필요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827" y="721222"/>
            <a:ext cx="9865096" cy="350941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9" y="4583206"/>
            <a:ext cx="6000750" cy="16859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779" y="1575999"/>
            <a:ext cx="75247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61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별 추정 </a:t>
            </a:r>
            <a:r>
              <a:rPr lang="ko-KR" altLang="en-US" dirty="0" err="1"/>
              <a:t>수면효율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04057"/>
          </a:xfrm>
        </p:spPr>
        <p:txBody>
          <a:bodyPr/>
          <a:lstStyle/>
          <a:p>
            <a:r>
              <a:rPr lang="en-US" altLang="ko-KR" b="0" dirty="0"/>
              <a:t>(</a:t>
            </a:r>
            <a:r>
              <a:rPr lang="ko-KR" altLang="en-US" b="0" dirty="0"/>
              <a:t>불끈 시간 </a:t>
            </a:r>
            <a:r>
              <a:rPr lang="en-US" altLang="ko-KR" b="0" dirty="0"/>
              <a:t>- </a:t>
            </a:r>
            <a:r>
              <a:rPr lang="ko-KR" altLang="en-US" b="0" dirty="0"/>
              <a:t>핸드폰 이용한 마지막 시간</a:t>
            </a:r>
            <a:r>
              <a:rPr lang="en-US" altLang="ko-KR" b="0" dirty="0"/>
              <a:t>) / </a:t>
            </a:r>
            <a:r>
              <a:rPr lang="ko-KR" altLang="en-US" b="0" dirty="0"/>
              <a:t>추정 수면시간 </a:t>
            </a:r>
            <a:r>
              <a:rPr lang="en-US" altLang="ko-KR" b="0" dirty="0"/>
              <a:t>= </a:t>
            </a:r>
            <a:r>
              <a:rPr lang="ko-KR" altLang="en-US" b="0" dirty="0"/>
              <a:t>추정 수면 효율 </a:t>
            </a:r>
            <a:r>
              <a:rPr lang="en-US" altLang="ko-KR" b="0" dirty="0"/>
              <a:t>(S2)</a:t>
            </a:r>
          </a:p>
        </p:txBody>
      </p:sp>
    </p:spTree>
    <p:extLst>
      <p:ext uri="{BB962C8B-B14F-4D97-AF65-F5344CB8AC3E}">
        <p14:creationId xmlns:p14="http://schemas.microsoft.com/office/powerpoint/2010/main" val="2161565935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23664</TotalTime>
  <Words>500</Words>
  <Application>Microsoft Office PowerPoint</Application>
  <PresentationFormat>A4 용지(210x297mm)</PresentationFormat>
  <Paragraphs>126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25</vt:i4>
      </vt:variant>
    </vt:vector>
  </HeadingPairs>
  <TitlesOfParts>
    <vt:vector size="41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탐색2 (검증 데이터셋 분포에 대한 이해)</vt:lpstr>
      <vt:lpstr>목차</vt:lpstr>
      <vt:lpstr>id별 건수 및 타겟 평점 : S1 ~ S3</vt:lpstr>
      <vt:lpstr>id별 건수 및 타겟 평점 : Q1 ~ Q3</vt:lpstr>
      <vt:lpstr>월별 타겟 평점 : S1 ~ S3 </vt:lpstr>
      <vt:lpstr>월별 타겟 평점 : Q1 ~ Q3 </vt:lpstr>
      <vt:lpstr>요일별 타겟 평점 : S1 ~ S3 </vt:lpstr>
      <vt:lpstr>요일별 타겟 평점 : S1 ~ S3 </vt:lpstr>
      <vt:lpstr>목차</vt:lpstr>
      <vt:lpstr>id별 평균 수면시간</vt:lpstr>
      <vt:lpstr>id별 평균 기상시간</vt:lpstr>
      <vt:lpstr>id별 평균 취침시간</vt:lpstr>
      <vt:lpstr>id별 평균 걸음수</vt:lpstr>
      <vt:lpstr>id별 평균 심박동수 (hr_evening_mean)</vt:lpstr>
      <vt:lpstr>id별 평균 심박동수 (hr_early_morning_mean)</vt:lpstr>
      <vt:lpstr>id별 평균 앱사용시 (activehour_unique_app_count)</vt:lpstr>
      <vt:lpstr>id별 평균 취침전 앱사용시간 (beforebed_total_screen_time)</vt:lpstr>
      <vt:lpstr>id별 평균 취침전 앱사용시간 (beforebed_unique_app_count)</vt:lpstr>
      <vt:lpstr>id별 평균 와이파이 세기</vt:lpstr>
      <vt:lpstr>id별 평균 와이파이 신호건수 </vt:lpstr>
      <vt:lpstr>id별 평균 블루투스 ble_rssi_mean_afterwork</vt:lpstr>
      <vt:lpstr>id별 평균 블루투스 ble_rssi_mean_sleeptime</vt:lpstr>
      <vt:lpstr>id별 추정 휴가일수</vt:lpstr>
      <vt:lpstr>id별 추정 수면시간대 기상건수 (awake_blocks)</vt:lpstr>
      <vt:lpstr>id별 추정 수면효율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1209</cp:revision>
  <dcterms:created xsi:type="dcterms:W3CDTF">2007-08-16T05:20:03Z</dcterms:created>
  <dcterms:modified xsi:type="dcterms:W3CDTF">2025-11-26T11:49:57Z</dcterms:modified>
</cp:coreProperties>
</file>